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9622a302634b80" /><Relationship Type="http://schemas.openxmlformats.org/officeDocument/2006/relationships/extended-properties" Target="/docProps/app.xml" Id="R6331a89c538d4f2a" /><Relationship Type="http://schemas.openxmlformats.org/officeDocument/2006/relationships/officeDocument" Target="/ppt/presentation.xml" Id="R1330e9eae7f949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c5a707b7b94f93"/>
  </p:sldMasterIdLst>
  <p:notesMasterIdLst>
    <p:notesMasterId xmlns:r="http://schemas.openxmlformats.org/officeDocument/2006/relationships" r:id="R6b1727c8dabc41ab"/>
  </p:notesMasterIdLst>
  <p:sldIdLst>
    <p:sldId xmlns:r="http://schemas.openxmlformats.org/officeDocument/2006/relationships" id="256" r:id="R6accf65405b6415b"/>
    <p:sldId xmlns:r="http://schemas.openxmlformats.org/officeDocument/2006/relationships" id="257" r:id="Ra27909f6e6394ff9"/>
    <p:sldId xmlns:r="http://schemas.openxmlformats.org/officeDocument/2006/relationships" id="258" r:id="R36ad2edca3944f63"/>
    <p:sldId xmlns:r="http://schemas.openxmlformats.org/officeDocument/2006/relationships" id="259" r:id="R7a3184852e144d87"/>
    <p:sldId xmlns:r="http://schemas.openxmlformats.org/officeDocument/2006/relationships" id="260" r:id="R85e8a00f894a4b57"/>
    <p:sldId xmlns:r="http://schemas.openxmlformats.org/officeDocument/2006/relationships" id="261" r:id="R3f4b147b01334d58"/>
    <p:sldId xmlns:r="http://schemas.openxmlformats.org/officeDocument/2006/relationships" id="262" r:id="Rfc16f6364abb4ca0"/>
    <p:sldId xmlns:r="http://schemas.openxmlformats.org/officeDocument/2006/relationships" id="263" r:id="R9aa701ec543c4d4f"/>
    <p:sldId xmlns:r="http://schemas.openxmlformats.org/officeDocument/2006/relationships" id="264" r:id="R955ecf3d001d430b"/>
    <p:sldId xmlns:r="http://schemas.openxmlformats.org/officeDocument/2006/relationships" id="265" r:id="R66f7723265c6464c"/>
    <p:sldId xmlns:r="http://schemas.openxmlformats.org/officeDocument/2006/relationships" id="266" r:id="Rcf45c129852344c3"/>
    <p:sldId xmlns:r="http://schemas.openxmlformats.org/officeDocument/2006/relationships" id="267" r:id="R2d111fb0b7e347d1"/>
    <p:sldId xmlns:r="http://schemas.openxmlformats.org/officeDocument/2006/relationships" id="268" r:id="Rf5399509c3de4019"/>
    <p:sldId xmlns:r="http://schemas.openxmlformats.org/officeDocument/2006/relationships" id="269" r:id="R301ac5cd417c4b34"/>
    <p:sldId xmlns:r="http://schemas.openxmlformats.org/officeDocument/2006/relationships" id="270" r:id="R83270d1b7cb647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5f1dc70994752" /><Relationship Type="http://schemas.openxmlformats.org/officeDocument/2006/relationships/slideMaster" Target="/ppt/slideMasters/slideMaster1.xml" Id="Rd1c5a707b7b94f93" /><Relationship Type="http://schemas.openxmlformats.org/officeDocument/2006/relationships/notesMaster" Target="/ppt/notesMasters/notesMaster1.xml" Id="R6b1727c8dabc41ab" /><Relationship Type="http://schemas.openxmlformats.org/officeDocument/2006/relationships/presProps" Target="/ppt/presProps.xml" Id="Rd1d3f7f621b447e0" /><Relationship Type="http://schemas.openxmlformats.org/officeDocument/2006/relationships/tableStyles" Target="/ppt/tableStyles.xml" Id="Raabca3e7d76c4eff" /><Relationship Type="http://schemas.openxmlformats.org/officeDocument/2006/relationships/slide" Target="/ppt/slides/slide1.xml" Id="R6accf65405b6415b" /><Relationship Type="http://schemas.openxmlformats.org/officeDocument/2006/relationships/slide" Target="/ppt/slides/slide2.xml" Id="Ra27909f6e6394ff9" /><Relationship Type="http://schemas.openxmlformats.org/officeDocument/2006/relationships/slide" Target="/ppt/slides/slide3.xml" Id="R36ad2edca3944f63" /><Relationship Type="http://schemas.openxmlformats.org/officeDocument/2006/relationships/slide" Target="/ppt/slides/slide4.xml" Id="R7a3184852e144d87" /><Relationship Type="http://schemas.openxmlformats.org/officeDocument/2006/relationships/slide" Target="/ppt/slides/slide5.xml" Id="R85e8a00f894a4b57" /><Relationship Type="http://schemas.openxmlformats.org/officeDocument/2006/relationships/slide" Target="/ppt/slides/slide6.xml" Id="R3f4b147b01334d58" /><Relationship Type="http://schemas.openxmlformats.org/officeDocument/2006/relationships/slide" Target="/ppt/slides/slide7.xml" Id="Rfc16f6364abb4ca0" /><Relationship Type="http://schemas.openxmlformats.org/officeDocument/2006/relationships/slide" Target="/ppt/slides/slide8.xml" Id="R9aa701ec543c4d4f" /><Relationship Type="http://schemas.openxmlformats.org/officeDocument/2006/relationships/slide" Target="/ppt/slides/slide9.xml" Id="R955ecf3d001d430b" /><Relationship Type="http://schemas.openxmlformats.org/officeDocument/2006/relationships/slide" Target="/ppt/slides/slide10.xml" Id="R66f7723265c6464c" /><Relationship Type="http://schemas.openxmlformats.org/officeDocument/2006/relationships/slide" Target="/ppt/slides/slide11.xml" Id="Rcf45c129852344c3" /><Relationship Type="http://schemas.openxmlformats.org/officeDocument/2006/relationships/slide" Target="/ppt/slides/slide12.xml" Id="R2d111fb0b7e347d1" /><Relationship Type="http://schemas.openxmlformats.org/officeDocument/2006/relationships/slide" Target="/ppt/slides/slide13.xml" Id="Rf5399509c3de4019" /><Relationship Type="http://schemas.openxmlformats.org/officeDocument/2006/relationships/slide" Target="/ppt/slides/slide14.xml" Id="R301ac5cd417c4b34" /><Relationship Type="http://schemas.openxmlformats.org/officeDocument/2006/relationships/slide" Target="/ppt/slides/slide15.xml" Id="R83270d1b7cb647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854782aed4f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c5f988be84cf6" /><Relationship Type="http://schemas.openxmlformats.org/officeDocument/2006/relationships/notesMaster" Target="/ppt/notesMasters/notesMaster1.xml" Id="R6613bb6fafa2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c15bb9654f4d6d" /><Relationship Type="http://schemas.openxmlformats.org/officeDocument/2006/relationships/notesMaster" Target="/ppt/notesMasters/notesMaster1.xml" Id="Rf89396316d6f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ef367753c4cbd" /><Relationship Type="http://schemas.openxmlformats.org/officeDocument/2006/relationships/notesMaster" Target="/ppt/notesMasters/notesMaster1.xml" Id="R1acd8defe20049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9d4f0d9564b64" /><Relationship Type="http://schemas.openxmlformats.org/officeDocument/2006/relationships/notesMaster" Target="/ppt/notesMasters/notesMaster1.xml" Id="Re58825137e4045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183b22bf940ca" /><Relationship Type="http://schemas.openxmlformats.org/officeDocument/2006/relationships/notesMaster" Target="/ppt/notesMasters/notesMaster1.xml" Id="R3d5db1f3e49b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fe2fc4c0ce4610" /><Relationship Type="http://schemas.openxmlformats.org/officeDocument/2006/relationships/notesMaster" Target="/ppt/notesMasters/notesMaster1.xml" Id="Rd7c00d73a9fb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f46ef5ccc4302" /><Relationship Type="http://schemas.openxmlformats.org/officeDocument/2006/relationships/notesMaster" Target="/ppt/notesMasters/notesMaster1.xml" Id="Rbbdfa1d59a2347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5ea0af14846c4" /><Relationship Type="http://schemas.openxmlformats.org/officeDocument/2006/relationships/notesMaster" Target="/ppt/notesMasters/notesMaster1.xml" Id="Rb17819ac298a4c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8c9d9da4c24794" /><Relationship Type="http://schemas.openxmlformats.org/officeDocument/2006/relationships/notesMaster" Target="/ppt/notesMasters/notesMaster1.xml" Id="R8149688ac8ee45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008deacfb34dac" /><Relationship Type="http://schemas.openxmlformats.org/officeDocument/2006/relationships/notesMaster" Target="/ppt/notesMasters/notesMaster1.xml" Id="R225a859175394c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4f8fdcb0ec4feb" /><Relationship Type="http://schemas.openxmlformats.org/officeDocument/2006/relationships/notesMaster" Target="/ppt/notesMasters/notesMaster1.xml" Id="R5d58095e070942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1d4366670485b" /><Relationship Type="http://schemas.openxmlformats.org/officeDocument/2006/relationships/notesMaster" Target="/ppt/notesMasters/notesMaster1.xml" Id="R155ae58eaffc4b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e550d77b9e44f8" /><Relationship Type="http://schemas.openxmlformats.org/officeDocument/2006/relationships/notesMaster" Target="/ppt/notesMasters/notesMaster1.xml" Id="R44c39c1fa72747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f7765d0a2b411f" /><Relationship Type="http://schemas.openxmlformats.org/officeDocument/2006/relationships/notesMaster" Target="/ppt/notesMasters/notesMaster1.xml" Id="R37074708768b42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3aa211e4dc4a51" /><Relationship Type="http://schemas.openxmlformats.org/officeDocument/2006/relationships/notesMaster" Target="/ppt/notesMasters/notesMaster1.xml" Id="Rd48afa4c97c0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页：Harness 架构评审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本次评审针对 2026-09-27 的现行设计基线。Orchestrator 是每个任务固定的逻辑裁决方，Brain、Memory、Executor 通过已定义的交接参与任务。封面右侧只表示逻辑协作，不表示进程拓扑。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docs/architecture/README.md</a:t>
            </a:r>
          </a:p>
          <a:p xmlns:a="http://schemas.openxmlformats.org/drawingml/2006/main">
            <a:r>
              <a:t>docs/architecture/technical-overview.md</a:t>
            </a:r>
          </a:p>
          <a:p xmlns:a="http://schemas.openxmlformats.org/drawingml/2006/main">
            <a:r>
              <a:t>docs/architecture/review.md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页：设计目标与约束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用户需要跨任务记忆、工具与设备操作及跨端持续执行；模型错误、外部效果未知和端点失联要求把接纳、许可、效果和完成拆开裁决。10 万在线用户、每日 500 万任务、单区已确认账本 RPO=0 与控制查询 RTO≤60 秒都是设计和验收目标，尚无运行达标证据。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docs/architecture/goals.md</a:t>
            </a:r>
          </a:p>
          <a:p xmlns:a="http://schemas.openxmlformats.org/drawingml/2006/main">
            <a:r>
              <a:t>docs/architecture/README.md</a:t>
            </a:r>
          </a:p>
          <a:p xmlns:a="http://schemas.openxmlformats.org/drawingml/2006/main">
            <a:r>
              <a:t>docs/architecture/deployment-production.md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页：九模块与事实归属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九个框表示逻辑职责，不能按框推导为九套服务。Orchestrator 保存目标、控制、预算和完成；Brain 给快照提案；Memory 保存内容与来源；Executor 保存实际启动和效果；其他模块各有独立裁决事实。连线不表达单向调用。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docs/architecture/README.md</a:t>
            </a:r>
          </a:p>
          <a:p xmlns:a="http://schemas.openxmlformats.org/drawingml/2006/main">
            <a:r>
              <a:t>docs/architecture/technical-overview.md</a:t>
            </a:r>
          </a:p>
          <a:p xmlns:a="http://schemas.openxmlformats.org/drawingml/2006/main">
            <a:r>
              <a:t>docs/architecture/diagrams/system-panorama.drawio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页：关键决策与承担的代价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固定 Orchestrator 换来同任务单写者，代价是原负责方失联时等待。短事务只覆盖同提交域，跨域仍须原命令和查询恢复。最小关闭身份长期保留以阻止迟到请求复活；有限离线许可不能承诺瞬时远端撤权。若要同任务在线接管，必须先证明旧主隔离与在途效果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docs/architecture/decisions.md</a:t>
            </a:r>
          </a:p>
          <a:p xmlns:a="http://schemas.openxmlformats.org/drawingml/2006/main">
            <a:r>
              <a:t>docs/architecture/technical-overview.md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页：生产拓扑与写权威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生产首版是单地域三可用区的独立 WSS 接入、Orchestrator 应用、工作池及隔离 Executor。每个稳定 Orchestrator 分区仅有一个当前数据库写权威；Executor 的 Operation 和实际效果由其原 owner 保存，不因画在右侧而转交给 Orchestrator。PostgreSQL 保存分区事实和 jobs，对象存储保存准确版本字节。旧主隔离、同步耐久或记录完整性不足时，相关新写入应暂停；已跨门禁动作继续核对。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docs/architecture/deployment-production.md</a:t>
            </a:r>
          </a:p>
          <a:p xmlns:a="http://schemas.openxmlformats.org/drawingml/2006/main">
            <a:r>
              <a:t>docs/architecture/storage-and-middleware.md</a:t>
            </a:r>
          </a:p>
          <a:p xmlns:a="http://schemas.openxmlformats.org/drawingml/2006/main">
            <a:r>
              <a:t>docs/architecture/contracts/grpc.md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页：任务推进的六个步骤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接纳目标与准入行动分别把决定、回执或意图、预算和后续 job 放在同一短事务中。Brain 只按固定快照提出下一步，Orchestrator 重新检查当前目标、控制、许可和预算后才能准入。模型、网络和工具调用在事务外执行，Executor 独立保存 Attempt、目标效果和未知核对责任。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docs/architecture/technical-overview.md</a:t>
            </a:r>
          </a:p>
          <a:p xmlns:a="http://schemas.openxmlformats.org/drawingml/2006/main">
            <a:r>
              <a:t>docs/architecture/orchestrator/README.md</a:t>
            </a:r>
          </a:p>
          <a:p xmlns:a="http://schemas.openxmlformats.org/drawingml/2006/main">
            <a:r>
              <a:t>docs/architecture/walkthrough.md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页：完成判断与独立事实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Receipt.stage=applied 只说明方法定义的决定已持久保存；Operation.effect=applied 才说明目标效果有证据；Task 成功还须验证当前目标全部必要条件、本任务及委派效果和可能迟到效果。Result 的 verified、assessed、user_accepted 标明依据强度。暂停不阻止凭既有证据完成；最终费用未结可继续保守预留。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docs/architecture/technical-overview.md</a:t>
            </a:r>
          </a:p>
          <a:p xmlns:a="http://schemas.openxmlformats.org/drawingml/2006/main">
            <a:r>
              <a:t>docs/architecture/orchestrator/README.md</a:t>
            </a:r>
          </a:p>
          <a:p xmlns:a="http://schemas.openxmlformats.org/drawingml/2006/main">
            <a:r>
              <a:t>docs/architecture/decisions.md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页：写入生效后，答复丢失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应区分 Executor 已保存效果但回给 Orchestrator 的答复丢失，与目标答复尚未被 Executor 保存。前者由 Orchestrator 查询原 command/operation 后归并；后者由 Executor 保存 unknown 并按原目标关联核对。两者都沿同一 operation_id 恢复，不创建第二次写入。目标幂等重放还需要原键、原意图及有效窗口全部成立。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docs/architecture/technical-overview.md</a:t>
            </a:r>
          </a:p>
          <a:p xmlns:a="http://schemas.openxmlformats.org/drawingml/2006/main">
            <a:r>
              <a:t>docs/architecture/walkthrough.md</a:t>
            </a:r>
          </a:p>
          <a:p xmlns:a="http://schemas.openxmlformats.org/drawingml/2006/main">
            <a:r>
              <a:t>docs/architecture/execution/README.md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页：取消与迟到效果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取消先在 Orchestrator 提交任务终态和后续控制责任；Executor 随后落实 TaskGate，封闭新的目标发送。已跨发送门禁的动作可能仍在目标系统排队，原 Operation 的 effect 和最终用量继续核对。迟到结果不能把 cancelled 改回 succeeded。取消先于 Invoke 到达时，执行端以持久墓碑阻止迟到启动。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docs/architecture/technical-overview.md</a:t>
            </a:r>
          </a:p>
          <a:p xmlns:a="http://schemas.openxmlformats.org/drawingml/2006/main">
            <a:r>
              <a:t>docs/architecture/orchestrator/README.md</a:t>
            </a:r>
          </a:p>
          <a:p xmlns:a="http://schemas.openxmlformats.org/drawingml/2006/main">
            <a:r>
              <a:t>docs/architecture/execution/README.md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页：授权与内容当前资格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行动准入、Grant 单次消费和实际资源入口复核分别成立。内容 version+hash 固定当时字节，每次读取、处理、长期保存、同步及披露还要检查当前用途资格。关闭或删除先禁止新使用；各副本物理清理由 owner 继续追踪。远端离线许可默认关闭，显式启用也受原有限窗口约束。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docs/architecture/security/README.md</a:t>
            </a:r>
          </a:p>
          <a:p xmlns:a="http://schemas.openxmlformats.org/drawingml/2006/main">
            <a:r>
              <a:t>docs/architecture/memory/README.md</a:t>
            </a:r>
          </a:p>
          <a:p xmlns:a="http://schemas.openxmlformats.org/drawingml/2006/main">
            <a:r>
              <a:t>docs/architecture/technical-overview.md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页：Agent 协作与预算封账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同一 Orchestrator 内部子任务可与预算及首项 job 共同提交。跨 Orchestrator 委派没有共享事务：父方固定委派身份和额度，接收方独立接纳并返回原任务引用，关闭证明和最终用量由接收方回传，父方归并和结算。接收方未封账时父方继续预留额度；父控制沿祖先链传播，但父恢复不解除子自身暂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docs/architecture/collaboration/README.md</a:t>
            </a:r>
          </a:p>
          <a:p xmlns:a="http://schemas.openxmlformats.org/drawingml/2006/main">
            <a:r>
              <a:t>docs/architecture/orchestrator/README.md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页：扩展发布与实例开放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兼容发布需精确安装锁和共同契约证据；宣称改善的发布还须固定单候选并经过未污染的保留评测、统计及实用改善门禁。报告分数不自动成为发布许可。历史激活与当前实例开放分开保存；新实例须重新核对当前批准、依赖和 ready。默认只运行受信代码，不可信插件需要平台隔离验收。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docs/architecture/extensions/README.md</a:t>
            </a:r>
          </a:p>
          <a:p xmlns:a="http://schemas.openxmlformats.org/drawingml/2006/main">
            <a:r>
              <a:t>docs/architecture/evaluation/README.md</a:t>
            </a:r>
          </a:p>
          <a:p xmlns:a="http://schemas.openxmlformats.org/drawingml/2006/main">
            <a:r>
              <a:t>docs/architecture/decisions.md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页：当前静态证据与运行验收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按本轮现行校验器运行结果：104 个方法、52 组正常领域序列、366 个定向反例，100 个传输向量、228 个传输反例，8 组请求序列、12 个反例通过。它们只证明给定构造、Schema 与记录关系在静态层相符，不能证明真实事务、网络、鉴权、隔离、外部效果或生产容量。PROD-01～22 和跨模块 SYS 用例尚需在参考实现上运行。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docs/architecture/validation/validate_protocol.py</a:t>
            </a:r>
          </a:p>
          <a:p xmlns:a="http://schemas.openxmlformats.org/drawingml/2006/main">
            <a:r>
              <a:t>docs/architecture/validation/validate_transport.py</a:t>
            </a:r>
          </a:p>
          <a:p xmlns:a="http://schemas.openxmlformats.org/drawingml/2006/main">
            <a:r>
              <a:t>docs/architecture/validation/README.md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页：建议评审结论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这是一项供评审会确认的设计者建议，尚非已批准决定。若接受固定 Orchestrator、未知效果与长期关闭索引的成本，建议进入参考实现和故障取证。生产准入继续取决于真实运行、平台隔离、故障恢复、质量及容量证据。若不接受上述代价，应回到相应决策记录比较替代方案。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docs/architecture/decisions.md</a:t>
            </a:r>
          </a:p>
          <a:p xmlns:a="http://schemas.openxmlformats.org/drawingml/2006/main">
            <a:r>
              <a:t>docs/architecture/review.md</a:t>
            </a:r>
          </a:p>
          <a:p xmlns:a="http://schemas.openxmlformats.org/drawingml/2006/main">
            <a:r>
              <a:t>docs/architecture/validation/README.md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页：附录：四项设计收敛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2026-09-27 的四项收敛决定删除重复或可派生状态。D-19 由业务 InputRequest 唯一提供表单 Schema，旧请求过期或 owner 不可达时等待或刷新；D-20 在发送循环实际出队时分配 request_seq，错误答复也消费序号，内部重绑保留高水位；D-21 Delegation.phase 按同一已归并修订只读投影，Closure 仍须持久保存；D-22 OfflineLease 使用 open、closed、reconciled，已知用量读取原使用账本。原命令身份、恢复责任和当前资格检查保持。协议尚未发布，不为被消融字段保留共存路径。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docs/architecture/decisions.md</a:t>
            </a:r>
          </a:p>
          <a:p xmlns:a="http://schemas.openxmlformats.org/drawingml/2006/main">
            <a:r>
              <a:t>docs/architecture/interaction/README.md</a:t>
            </a:r>
          </a:p>
          <a:p xmlns:a="http://schemas.openxmlformats.org/drawingml/2006/main">
            <a:r>
              <a:t>docs/architecture/contracts/transport.md</a:t>
            </a:r>
          </a:p>
          <a:p xmlns:a="http://schemas.openxmlformats.org/drawingml/2006/main">
            <a:r>
              <a:t>docs/architecture/collaboration/README.md</a:t>
            </a:r>
          </a:p>
          <a:p xmlns:a="http://schemas.openxmlformats.org/drawingml/2006/main">
            <a:r>
              <a:t>docs/architecture/security/README.md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6931495a747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2ae6ff3b94687" /><Relationship Type="http://schemas.openxmlformats.org/officeDocument/2006/relationships/slideLayout" Target="/ppt/slideLayouts/slideLayout1.xml" Id="R2e1e12be1566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1e12be1566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c95d1989a4543" /><Relationship Type="http://schemas.openxmlformats.org/officeDocument/2006/relationships/image" Target="/ppt/media/image.png" Id="R592dd5c6666b47f2" /><Relationship Type="http://schemas.openxmlformats.org/officeDocument/2006/relationships/notesSlide" Target="/ppt/notesSlides/notesSlide1.xml" Id="R46b1b031d86b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e591270a0464f" /><Relationship Type="http://schemas.openxmlformats.org/officeDocument/2006/relationships/image" Target="/ppt/media/image2.png" Id="R9e02c938f9c342a6" /><Relationship Type="http://schemas.openxmlformats.org/officeDocument/2006/relationships/notesSlide" Target="/ppt/notesSlides/notesSlide2.xml" Id="R55d4eae1519840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5886c006a4d73" /><Relationship Type="http://schemas.openxmlformats.org/officeDocument/2006/relationships/image" Target="/ppt/media/image3.png" Id="Rbb8b7a9ba109467e" /><Relationship Type="http://schemas.openxmlformats.org/officeDocument/2006/relationships/notesSlide" Target="/ppt/notesSlides/notesSlide3.xml" Id="R4b99f453d3fd4c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2c683cc304f2b" /><Relationship Type="http://schemas.openxmlformats.org/officeDocument/2006/relationships/image" Target="/ppt/media/image4.png" Id="Rcf499af0779f434d" /><Relationship Type="http://schemas.openxmlformats.org/officeDocument/2006/relationships/notesSlide" Target="/ppt/notesSlides/notesSlide4.xml" Id="R0b7ee52425bf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3470da53344cf" /><Relationship Type="http://schemas.openxmlformats.org/officeDocument/2006/relationships/image" Target="/ppt/media/image5.png" Id="Ra6f5ecaa62f14f32" /><Relationship Type="http://schemas.openxmlformats.org/officeDocument/2006/relationships/notesSlide" Target="/ppt/notesSlides/notesSlide5.xml" Id="R0131845f88924d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f817efef94d76" /><Relationship Type="http://schemas.openxmlformats.org/officeDocument/2006/relationships/image" Target="/ppt/media/image6.png" Id="Raf66b1e898644350" /><Relationship Type="http://schemas.openxmlformats.org/officeDocument/2006/relationships/notesSlide" Target="/ppt/notesSlides/notesSlide6.xml" Id="Rdf954d1a7d9b4e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11a26d5a24ee6" /><Relationship Type="http://schemas.openxmlformats.org/officeDocument/2006/relationships/image" Target="/ppt/media/image7.png" Id="Ree06676d4acb4a80" /><Relationship Type="http://schemas.openxmlformats.org/officeDocument/2006/relationships/notesSlide" Target="/ppt/notesSlides/notesSlide7.xml" Id="Rd4cf2a0b804144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6a5c7a13c4e27" /><Relationship Type="http://schemas.openxmlformats.org/officeDocument/2006/relationships/image" Target="/ppt/media/image8.png" Id="Rc9f7d2c2c37a4640" /><Relationship Type="http://schemas.openxmlformats.org/officeDocument/2006/relationships/notesSlide" Target="/ppt/notesSlides/notesSlide8.xml" Id="R1617f8bbc3aa4c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1a3320b334d7b" /><Relationship Type="http://schemas.openxmlformats.org/officeDocument/2006/relationships/image" Target="/ppt/media/image9.png" Id="R34fc5d51ce544cc9" /><Relationship Type="http://schemas.openxmlformats.org/officeDocument/2006/relationships/notesSlide" Target="/ppt/notesSlides/notesSlide9.xml" Id="Rb7901c1dcc78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29241f14c4ba6" /><Relationship Type="http://schemas.openxmlformats.org/officeDocument/2006/relationships/image" Target="/ppt/media/image10.png" Id="R5843a9c0cccf49ab" /><Relationship Type="http://schemas.openxmlformats.org/officeDocument/2006/relationships/notesSlide" Target="/ppt/notesSlides/notesSlide10.xml" Id="R5671a6905d4645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178c54fe54f2e" /><Relationship Type="http://schemas.openxmlformats.org/officeDocument/2006/relationships/image" Target="/ppt/media/image11.png" Id="Rf4f0b69a94fd4da1" /><Relationship Type="http://schemas.openxmlformats.org/officeDocument/2006/relationships/notesSlide" Target="/ppt/notesSlides/notesSlide11.xml" Id="R0787d8a1674a4d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119a0d8b4bc4" /><Relationship Type="http://schemas.openxmlformats.org/officeDocument/2006/relationships/image" Target="/ppt/media/image12.png" Id="R4e1a600452b64c01" /><Relationship Type="http://schemas.openxmlformats.org/officeDocument/2006/relationships/notesSlide" Target="/ppt/notesSlides/notesSlide12.xml" Id="R08a022e29a7740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f532f5724dab" /><Relationship Type="http://schemas.openxmlformats.org/officeDocument/2006/relationships/image" Target="/ppt/media/image13.png" Id="R4b8c9c8240cd4a1e" /><Relationship Type="http://schemas.openxmlformats.org/officeDocument/2006/relationships/notesSlide" Target="/ppt/notesSlides/notesSlide13.xml" Id="Rba5d7576dd4f40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8b371d77945d4" /><Relationship Type="http://schemas.openxmlformats.org/officeDocument/2006/relationships/image" Target="/ppt/media/image14.png" Id="Rd8eb3a9f348e48e7" /><Relationship Type="http://schemas.openxmlformats.org/officeDocument/2006/relationships/notesSlide" Target="/ppt/notesSlides/notesSlide14.xml" Id="R5d43a805096d47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7d9a2ba7045ea" /><Relationship Type="http://schemas.openxmlformats.org/officeDocument/2006/relationships/image" Target="/ppt/media/image15.png" Id="R0671f426fc514b9a" /><Relationship Type="http://schemas.openxmlformats.org/officeDocument/2006/relationships/notesSlide" Target="/ppt/notesSlides/notesSlide15.xml" Id="R486298d71f384e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dd5c6666b47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271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2c938f9c342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577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b7a9ba10946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35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99af0779f43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40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5ecaa62f14f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276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b1e8986443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862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676d4acb4a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660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7d2c2c37a464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79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c5d51ce544c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096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3a9c0cccf49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85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0b69a94fd4d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540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a600452b64c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419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c9c8240cd4a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00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b3a9f348e48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373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1f426fc514b9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33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2026-09-27T03:11:20.4490000Z</dcterms:created>
  <dcterms:modified xsi:type="dcterms:W3CDTF">2026-09-27T03:11:20.4490000Z</dcterms:modified>
</coreProperties>
</file>