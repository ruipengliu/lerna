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fe0518a5354205" /><Relationship Type="http://schemas.openxmlformats.org/officeDocument/2006/relationships/extended-properties" Target="/docProps/app.xml" Id="R4c9b595ebc04408c" /><Relationship Type="http://schemas.openxmlformats.org/officeDocument/2006/relationships/officeDocument" Target="/ppt/presentation.xml" Id="R0e38c7cdc8db49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14acb287cc4f60"/>
  </p:sldMasterIdLst>
  <p:notesMasterIdLst>
    <p:notesMasterId xmlns:r="http://schemas.openxmlformats.org/officeDocument/2006/relationships" r:id="Ra5dcbd2714864a7a"/>
  </p:notesMasterIdLst>
  <p:sldIdLst>
    <p:sldId xmlns:r="http://schemas.openxmlformats.org/officeDocument/2006/relationships" id="256" r:id="Rc4ca7548d47a4026"/>
    <p:sldId xmlns:r="http://schemas.openxmlformats.org/officeDocument/2006/relationships" id="257" r:id="Rfba336393af447c4"/>
    <p:sldId xmlns:r="http://schemas.openxmlformats.org/officeDocument/2006/relationships" id="258" r:id="R5c4c01210a9c41f0"/>
    <p:sldId xmlns:r="http://schemas.openxmlformats.org/officeDocument/2006/relationships" id="259" r:id="R36bd6376431546e0"/>
    <p:sldId xmlns:r="http://schemas.openxmlformats.org/officeDocument/2006/relationships" id="260" r:id="Rf2015b6a89094d3c"/>
    <p:sldId xmlns:r="http://schemas.openxmlformats.org/officeDocument/2006/relationships" id="261" r:id="Re1963fd7cba548dc"/>
    <p:sldId xmlns:r="http://schemas.openxmlformats.org/officeDocument/2006/relationships" id="262" r:id="R422a24e1ae7b4507"/>
    <p:sldId xmlns:r="http://schemas.openxmlformats.org/officeDocument/2006/relationships" id="263" r:id="R2931335d93804465"/>
    <p:sldId xmlns:r="http://schemas.openxmlformats.org/officeDocument/2006/relationships" id="264" r:id="R8d0bffc5e5044444"/>
    <p:sldId xmlns:r="http://schemas.openxmlformats.org/officeDocument/2006/relationships" id="265" r:id="R691460f09057403c"/>
    <p:sldId xmlns:r="http://schemas.openxmlformats.org/officeDocument/2006/relationships" id="266" r:id="R352195d4b8ef4234"/>
    <p:sldId xmlns:r="http://schemas.openxmlformats.org/officeDocument/2006/relationships" id="267" r:id="Re7f1b864356046e1"/>
    <p:sldId xmlns:r="http://schemas.openxmlformats.org/officeDocument/2006/relationships" id="268" r:id="Rcf02482bebe64289"/>
    <p:sldId xmlns:r="http://schemas.openxmlformats.org/officeDocument/2006/relationships" id="269" r:id="R4d5bfa6e4b544a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ddf39209b04817" /><Relationship Type="http://schemas.openxmlformats.org/officeDocument/2006/relationships/slideMaster" Target="/ppt/slideMasters/slideMaster1.xml" Id="Rf514acb287cc4f60" /><Relationship Type="http://schemas.openxmlformats.org/officeDocument/2006/relationships/notesMaster" Target="/ppt/notesMasters/notesMaster1.xml" Id="Ra5dcbd2714864a7a" /><Relationship Type="http://schemas.openxmlformats.org/officeDocument/2006/relationships/presProps" Target="/ppt/presProps.xml" Id="Ra6ecf5b09db043fc" /><Relationship Type="http://schemas.openxmlformats.org/officeDocument/2006/relationships/tableStyles" Target="/ppt/tableStyles.xml" Id="R3a6b543305b84c88" /><Relationship Type="http://schemas.openxmlformats.org/officeDocument/2006/relationships/slide" Target="/ppt/slides/slide1.xml" Id="Rc4ca7548d47a4026" /><Relationship Type="http://schemas.openxmlformats.org/officeDocument/2006/relationships/slide" Target="/ppt/slides/slide2.xml" Id="Rfba336393af447c4" /><Relationship Type="http://schemas.openxmlformats.org/officeDocument/2006/relationships/slide" Target="/ppt/slides/slide3.xml" Id="R5c4c01210a9c41f0" /><Relationship Type="http://schemas.openxmlformats.org/officeDocument/2006/relationships/slide" Target="/ppt/slides/slide4.xml" Id="R36bd6376431546e0" /><Relationship Type="http://schemas.openxmlformats.org/officeDocument/2006/relationships/slide" Target="/ppt/slides/slide5.xml" Id="Rf2015b6a89094d3c" /><Relationship Type="http://schemas.openxmlformats.org/officeDocument/2006/relationships/slide" Target="/ppt/slides/slide6.xml" Id="Re1963fd7cba548dc" /><Relationship Type="http://schemas.openxmlformats.org/officeDocument/2006/relationships/slide" Target="/ppt/slides/slide7.xml" Id="R422a24e1ae7b4507" /><Relationship Type="http://schemas.openxmlformats.org/officeDocument/2006/relationships/slide" Target="/ppt/slides/slide8.xml" Id="R2931335d93804465" /><Relationship Type="http://schemas.openxmlformats.org/officeDocument/2006/relationships/slide" Target="/ppt/slides/slide9.xml" Id="R8d0bffc5e5044444" /><Relationship Type="http://schemas.openxmlformats.org/officeDocument/2006/relationships/slide" Target="/ppt/slides/slide10.xml" Id="R691460f09057403c" /><Relationship Type="http://schemas.openxmlformats.org/officeDocument/2006/relationships/slide" Target="/ppt/slides/slide11.xml" Id="R352195d4b8ef4234" /><Relationship Type="http://schemas.openxmlformats.org/officeDocument/2006/relationships/slide" Target="/ppt/slides/slide12.xml" Id="Re7f1b864356046e1" /><Relationship Type="http://schemas.openxmlformats.org/officeDocument/2006/relationships/slide" Target="/ppt/slides/slide13.xml" Id="Rcf02482bebe64289" /><Relationship Type="http://schemas.openxmlformats.org/officeDocument/2006/relationships/slide" Target="/ppt/slides/slide14.xml" Id="R4d5bfa6e4b544a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fe41dd0e874b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e02fa09ece4692" /><Relationship Type="http://schemas.openxmlformats.org/officeDocument/2006/relationships/notesMaster" Target="/ppt/notesMasters/notesMaster1.xml" Id="R6d0881ed62804b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c5a4942f1a4b91" /><Relationship Type="http://schemas.openxmlformats.org/officeDocument/2006/relationships/notesMaster" Target="/ppt/notesMasters/notesMaster1.xml" Id="R5690cd860e0047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f508bcc8294dc9" /><Relationship Type="http://schemas.openxmlformats.org/officeDocument/2006/relationships/notesMaster" Target="/ppt/notesMasters/notesMaster1.xml" Id="Rf5956bd6c4c24c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40ea74d82a4cbe" /><Relationship Type="http://schemas.openxmlformats.org/officeDocument/2006/relationships/notesMaster" Target="/ppt/notesMasters/notesMaster1.xml" Id="R5903e5877b9240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9594dbb3ce64282" /><Relationship Type="http://schemas.openxmlformats.org/officeDocument/2006/relationships/notesMaster" Target="/ppt/notesMasters/notesMaster1.xml" Id="R2792fcd93be44c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520b5064e64265" /><Relationship Type="http://schemas.openxmlformats.org/officeDocument/2006/relationships/notesMaster" Target="/ppt/notesMasters/notesMaster1.xml" Id="R14f1849bd10941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2be7903bc1493e" /><Relationship Type="http://schemas.openxmlformats.org/officeDocument/2006/relationships/notesMaster" Target="/ppt/notesMasters/notesMaster1.xml" Id="Rcee94e7d5a1347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b93245d4864ef5" /><Relationship Type="http://schemas.openxmlformats.org/officeDocument/2006/relationships/notesMaster" Target="/ppt/notesMasters/notesMaster1.xml" Id="R21b956b7949f4b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19d23e6c2a426c" /><Relationship Type="http://schemas.openxmlformats.org/officeDocument/2006/relationships/notesMaster" Target="/ppt/notesMasters/notesMaster1.xml" Id="Ref39170336e2407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27c5a623ee54f79" /><Relationship Type="http://schemas.openxmlformats.org/officeDocument/2006/relationships/notesMaster" Target="/ppt/notesMasters/notesMaster1.xml" Id="Rf1e5e6c912ac48e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bdc6ccf5bf5477c" /><Relationship Type="http://schemas.openxmlformats.org/officeDocument/2006/relationships/notesMaster" Target="/ppt/notesMasters/notesMaster1.xml" Id="Raa98d13d12b0482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b73e93cc1f47b3" /><Relationship Type="http://schemas.openxmlformats.org/officeDocument/2006/relationships/notesMaster" Target="/ppt/notesMasters/notesMaster1.xml" Id="Reb8f07e078c74ae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fa202ae1fa4cb1" /><Relationship Type="http://schemas.openxmlformats.org/officeDocument/2006/relationships/notesMaster" Target="/ppt/notesMasters/notesMaster1.xml" Id="R6c0552e6ba7048b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4348160d06846b0" /><Relationship Type="http://schemas.openxmlformats.org/officeDocument/2006/relationships/notesMaster" Target="/ppt/notesMasters/notesMaster1.xml" Id="R8a12d5b1befb44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 页：Harness 架构评审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Harness</a:t>
            </a:r>
          </a:p>
          <a:p xmlns:a="http://schemas.openxmlformats.org/drawingml/2006/main">
            <a:r>
              <a:t>架构评审</a:t>
            </a:r>
          </a:p>
          <a:p xmlns:a="http://schemas.openxmlformats.org/drawingml/2006/main">
            <a:r>
              <a:t>面向个人智能应用的开源 Agent 运行框架</a:t>
            </a:r>
          </a:p>
          <a:p xmlns:a="http://schemas.openxmlformats.org/drawingml/2006/main">
            <a:r>
              <a:t>设计基线 · 2026.09.26</a:t>
            </a:r>
          </a:p>
          <a:p xmlns:a="http://schemas.openxmlformats.org/drawingml/2006/main">
            <a:r>
              <a:t>本次评审：职责边界、恢复语义与实现准入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本次以设计者视角说明 Harness 的关键设计与代价。评审对象为当前 docs/architecture 中的 L1 设计基线。建议审查能否进入参考实现与故障取证阶段。页面上的关系图仅用于引出 Task Home 与三大可替换系统，不表示独立进程或部署拓扑。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docs/architecture/README.md</a:t>
            </a:r>
          </a:p>
          <a:p xmlns:a="http://schemas.openxmlformats.org/drawingml/2006/main">
            <a:r>
              <a:t>docs/architecture/goals.md</a:t>
            </a:r>
          </a:p>
          <a:p xmlns:a="http://schemas.openxmlformats.org/drawingml/2006/main">
            <a:r>
              <a:t>docs/architecture/review.md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2 页：目标与约束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目标与约束</a:t>
            </a:r>
          </a:p>
          <a:p xmlns:a="http://schemas.openxmlformats.org/drawingml/2006/main">
            <a:r>
              <a:t>用户提交目标，系统持续推进到可核查结果</a:t>
            </a:r>
          </a:p>
          <a:p xmlns:a="http://schemas.openxmlformats.org/drawingml/2006/main">
            <a:r>
              <a:t>研究与写作</a:t>
            </a:r>
          </a:p>
          <a:p xmlns:a="http://schemas.openxmlformats.org/drawingml/2006/main">
            <a:r>
              <a:t>工具与设备操作</a:t>
            </a:r>
          </a:p>
          <a:p xmlns:a="http://schemas.openxmlformats.org/drawingml/2006/main">
            <a:r>
              <a:t>跨任务记忆</a:t>
            </a:r>
          </a:p>
          <a:p xmlns:a="http://schemas.openxmlformats.org/drawingml/2006/main">
            <a:r>
              <a:t>跨端持续执行</a:t>
            </a:r>
          </a:p>
          <a:p xmlns:a="http://schemas.openxmlformats.org/drawingml/2006/main">
            <a:r>
              <a:t>模型会出错</a:t>
            </a:r>
          </a:p>
          <a:p xmlns:a="http://schemas.openxmlformats.org/drawingml/2006/main">
            <a:r>
              <a:t>外部效果可能未知</a:t>
            </a:r>
          </a:p>
          <a:p xmlns:a="http://schemas.openxmlformats.org/drawingml/2006/main">
            <a:r>
              <a:t>用户控制随时变化</a:t>
            </a:r>
          </a:p>
          <a:p xmlns:a="http://schemas.openxmlformats.org/drawingml/2006/main">
            <a:r>
              <a:t>端点可能失联</a:t>
            </a:r>
          </a:p>
          <a:p xmlns:a="http://schemas.openxmlformats.org/drawingml/2006/main">
            <a:r>
              <a:t>设计回应</a:t>
            </a:r>
          </a:p>
          <a:p xmlns:a="http://schemas.openxmlformats.org/drawingml/2006/main">
            <a:r>
              <a:t>明确裁决者，保存继续责任，按实际证据完成</a:t>
            </a:r>
          </a:p>
          <a:p xmlns:a="http://schemas.openxmlformats.org/drawingml/2006/main">
            <a:r>
              <a:t>建设目标，尚未实测</a:t>
            </a:r>
          </a:p>
          <a:p xmlns:a="http://schemas.openxmlformats.org/drawingml/2006/main">
            <a:r>
              <a:t>1000+ API</a:t>
            </a:r>
          </a:p>
          <a:p xmlns:a="http://schemas.openxmlformats.org/drawingml/2006/main">
            <a:r>
              <a:t>首次调用正确率 ≥90%</a:t>
            </a:r>
          </a:p>
          <a:p xmlns:a="http://schemas.openxmlformats.org/drawingml/2006/main">
            <a:r>
              <a:t>有限重试成功率 ≥95%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Harness 面向个人智能应用，默认本机可运行，同一组契约支持云托管与端云组合。关键矛盾是持续自治与用户控制、网络故障与不可重复副作用、可替换能力与共同完成语义。1000+ 按语义不同的 API 操作计数，不能重复累计版本、账号或包装。首次调用正确率同时检查选择、参数、资源、权限和目标适配。95% 成功率在预先固定的重试、期限和费用内统计，失败、超时与未知均进入分母。上述数字是建设目标，当前没有实测达标含义。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docs/architecture/goals.md#1-用户目标与必须交付的功能</a:t>
            </a:r>
          </a:p>
          <a:p xmlns:a="http://schemas.openxmlformats.org/drawingml/2006/main">
            <a:r>
              <a:t>docs/architecture/goals.md#4-专项与量化目标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3 页：九个逻辑模块与事实归属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九个逻辑模块与事实归属</a:t>
            </a:r>
          </a:p>
          <a:p xmlns:a="http://schemas.openxmlformats.org/drawingml/2006/main">
            <a:r>
              <a:t>逻辑职责不等于独立服务</a:t>
            </a:r>
          </a:p>
          <a:p xmlns:a="http://schemas.openxmlformats.org/drawingml/2006/main">
            <a:r>
              <a:t>用户与应用</a:t>
            </a:r>
          </a:p>
          <a:p xmlns:a="http://schemas.openxmlformats.org/drawingml/2006/main">
            <a:r>
              <a:t>交互</a:t>
            </a:r>
          </a:p>
          <a:p xmlns:a="http://schemas.openxmlformats.org/drawingml/2006/main">
            <a:r>
              <a:t>Task Home</a:t>
            </a:r>
          </a:p>
          <a:p xmlns:a="http://schemas.openxmlformats.org/drawingml/2006/main">
            <a:r>
              <a:t>目标、控制、预算、完成</a:t>
            </a:r>
          </a:p>
          <a:p xmlns:a="http://schemas.openxmlformats.org/drawingml/2006/main">
            <a:r>
              <a:t>Brain</a:t>
            </a:r>
          </a:p>
          <a:p xmlns:a="http://schemas.openxmlformats.org/drawingml/2006/main">
            <a:r>
              <a:t>快照上的提案</a:t>
            </a:r>
          </a:p>
          <a:p xmlns:a="http://schemas.openxmlformats.org/drawingml/2006/main">
            <a:r>
              <a:t>Memory</a:t>
            </a:r>
          </a:p>
          <a:p xmlns:a="http://schemas.openxmlformats.org/drawingml/2006/main">
            <a:r>
              <a:t>内容与来源</a:t>
            </a:r>
          </a:p>
          <a:p xmlns:a="http://schemas.openxmlformats.org/drawingml/2006/main">
            <a:r>
              <a:t>Executor</a:t>
            </a:r>
          </a:p>
          <a:p xmlns:a="http://schemas.openxmlformats.org/drawingml/2006/main">
            <a:r>
              <a:t>启动与效果</a:t>
            </a:r>
          </a:p>
          <a:p xmlns:a="http://schemas.openxmlformats.org/drawingml/2006/main">
            <a:r>
              <a:t>Agent 协作</a:t>
            </a:r>
          </a:p>
          <a:p xmlns:a="http://schemas.openxmlformats.org/drawingml/2006/main">
            <a:r>
              <a:t>委派与封账</a:t>
            </a:r>
          </a:p>
          <a:p xmlns:a="http://schemas.openxmlformats.org/drawingml/2006/main">
            <a:r>
              <a:t>外部系统</a:t>
            </a:r>
          </a:p>
          <a:p xmlns:a="http://schemas.openxmlformats.org/drawingml/2006/main">
            <a:r>
              <a:t>其他 Agent</a:t>
            </a:r>
          </a:p>
          <a:p xmlns:a="http://schemas.openxmlformats.org/drawingml/2006/main">
            <a:r>
              <a:t>权限与隔离：许可消费与资源入口</a:t>
            </a:r>
          </a:p>
          <a:p xmlns:a="http://schemas.openxmlformats.org/drawingml/2006/main">
            <a:r>
              <a:t>宿主与扩展：精确版本、装配与就绪</a:t>
            </a:r>
          </a:p>
          <a:p xmlns:a="http://schemas.openxmlformats.org/drawingml/2006/main">
            <a:r>
              <a:t>观测、评测与改进：证据、批准与发布</a:t>
            </a:r>
          </a:p>
          <a:p xmlns:a="http://schemas.openxmlformats.org/drawingml/2006/main">
            <a:r>
              <a:t>实线表示任务调用，返回沿原路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Task Home 是保存并裁决一个任务的逻辑端点，可以是本机进程或共享同一权威数据库的云服务集群。任务创建后 Home 固定。Brain 只提供绑定输入快照的提案；Memory 管理信息及来源；Executor 保存启动、尝试和效果；协作层处理外部任务接纳、关闭与结算。交互只转交命令和呈现权威事实。Grant owner 与资源 owner 分别负责许可消费与实际入口。图中六个主链模块加三个横切模块构成九模块，方框不等同九个服务。各对象写权归属其 owner，引用或投影不转移写权。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docs/architecture/README.md#2-系统分工与事实归属</a:t>
            </a:r>
          </a:p>
          <a:p xmlns:a="http://schemas.openxmlformats.org/drawingml/2006/main">
            <a:r>
              <a:t>docs/architecture/technical-overview.md#2-系统全景图的阅读方法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4 页：关键选择与代价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关键选择与代价</a:t>
            </a:r>
          </a:p>
          <a:p xmlns:a="http://schemas.openxmlformats.org/drawingml/2006/main">
            <a:r>
              <a:t>推荐选择</a:t>
            </a:r>
          </a:p>
          <a:p xmlns:a="http://schemas.openxmlformats.org/drawingml/2006/main">
            <a:r>
              <a:t>解决的问题</a:t>
            </a:r>
          </a:p>
          <a:p xmlns:a="http://schemas.openxmlformats.org/drawingml/2006/main">
            <a:r>
              <a:t>主要代价</a:t>
            </a:r>
          </a:p>
          <a:p xmlns:a="http://schemas.openxmlformats.org/drawingml/2006/main">
            <a:r>
              <a:t>模块化单体</a:t>
            </a:r>
          </a:p>
          <a:p xmlns:a="http://schemas.openxmlformats.org/drawingml/2006/main">
            <a:r>
              <a:t>同库短事务闭合责任</a:t>
            </a:r>
          </a:p>
          <a:p xmlns:a="http://schemas.openxmlformats.org/drawingml/2006/main">
            <a:r>
              <a:t>单对象写入仍有热点</a:t>
            </a:r>
          </a:p>
          <a:p xmlns:a="http://schemas.openxmlformats.org/drawingml/2006/main">
            <a:r>
              <a:t>每任务固定 Home</a:t>
            </a:r>
          </a:p>
          <a:p xmlns:a="http://schemas.openxmlformats.org/drawingml/2006/main">
            <a:r>
              <a:t>避免多端同时裁决</a:t>
            </a:r>
          </a:p>
          <a:p xmlns:a="http://schemas.openxmlformats.org/drawingml/2006/main">
            <a:r>
              <a:t>失联时等待原负责端</a:t>
            </a:r>
          </a:p>
          <a:p xmlns:a="http://schemas.openxmlformats.org/drawingml/2006/main">
            <a:r>
              <a:t>Brain 单轮提案</a:t>
            </a:r>
          </a:p>
          <a:p xmlns:a="http://schemas.openxmlformats.org/drawingml/2006/main">
            <a:r>
              <a:t>每步重新检查当前约束</a:t>
            </a:r>
          </a:p>
          <a:p xmlns:a="http://schemas.openxmlformats.org/drawingml/2006/main">
            <a:r>
              <a:t>增加调度与上下文交接</a:t>
            </a:r>
          </a:p>
          <a:p xmlns:a="http://schemas.openxmlformats.org/drawingml/2006/main">
            <a:r>
              <a:t>未知效果保留原身份</a:t>
            </a:r>
          </a:p>
          <a:p xmlns:a="http://schemas.openxmlformats.org/drawingml/2006/main">
            <a:r>
              <a:t>避免重复副作用</a:t>
            </a:r>
          </a:p>
          <a:p xmlns:a="http://schemas.openxmlformats.org/drawingml/2006/main">
            <a:r>
              <a:t>保留核对工作与预算</a:t>
            </a:r>
          </a:p>
          <a:p xmlns:a="http://schemas.openxmlformats.org/drawingml/2006/main">
            <a:r>
              <a:t>改变选择的条件</a:t>
            </a:r>
          </a:p>
          <a:p xmlns:a="http://schemas.openxmlformats.org/drawingml/2006/main">
            <a:r>
              <a:t>独立隔离或实测瓶颈，再按接口拆分</a:t>
            </a:r>
          </a:p>
          <a:p xmlns:a="http://schemas.openxmlformats.org/drawingml/2006/main">
            <a:r>
              <a:t>长循环需提供等价控制与恢复检查点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推荐以模块化单体形成默认闭环。同一任务修订下必须共同判断的准入、预算和后续工作共事务，而独立替换、隔离和部署位置通过 port 分离。Brain 自管长循环是有竞争力的替代，但必须逐步提供等价控制、原身份和检查点；固定计划可以由运行时确定性物化后续候选，仍逐步准入。固定 Home 支持同用户多端独立任务，单用户统一 Home 适用于不要求离线独立接纳的装配。恢复不承诺全局恰好一次，外部系统原子性不可假设。代价分别由核心存储、失联任务、调度与适配器及预算使用者承担。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docs/architecture/decisions.md</a:t>
            </a:r>
          </a:p>
          <a:p xmlns:a="http://schemas.openxmlformats.org/drawingml/2006/main">
            <a:r>
              <a:t>docs/architecture/technical-overview.md#3-八条抽象原则及其取舍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5 页：任务闭环与持久责任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任务闭环与持久责任</a:t>
            </a:r>
          </a:p>
          <a:p xmlns:a="http://schemas.openxmlformats.org/drawingml/2006/main">
            <a:r>
              <a:t>01 接纳目标</a:t>
            </a:r>
          </a:p>
          <a:p xmlns:a="http://schemas.openxmlformats.org/drawingml/2006/main">
            <a:r>
              <a:t>Home 保存 Task、回执、首项 job</a:t>
            </a:r>
          </a:p>
          <a:p xmlns:a="http://schemas.openxmlformats.org/drawingml/2006/main">
            <a:r>
              <a:t>02 取得上下文</a:t>
            </a:r>
          </a:p>
          <a:p xmlns:a="http://schemas.openxmlformats.org/drawingml/2006/main">
            <a:r>
              <a:t>Memory 返回获准内容与准确版本</a:t>
            </a:r>
          </a:p>
          <a:p xmlns:a="http://schemas.openxmlformats.org/drawingml/2006/main">
            <a:r>
              <a:t>03 提出下一步</a:t>
            </a:r>
          </a:p>
          <a:p xmlns:a="http://schemas.openxmlformats.org/drawingml/2006/main">
            <a:r>
              <a:t>Brain 读取固定快照并返回提案</a:t>
            </a:r>
          </a:p>
          <a:p xmlns:a="http://schemas.openxmlformats.org/drawingml/2006/main">
            <a:r>
              <a:t>04 准入行动</a:t>
            </a:r>
          </a:p>
          <a:p xmlns:a="http://schemas.openxmlformats.org/drawingml/2006/main">
            <a:r>
              <a:t>Home 保存意图、预留、派发 job</a:t>
            </a:r>
          </a:p>
          <a:p xmlns:a="http://schemas.openxmlformats.org/drawingml/2006/main">
            <a:r>
              <a:t>05 执行与取证</a:t>
            </a:r>
          </a:p>
          <a:p xmlns:a="http://schemas.openxmlformats.org/drawingml/2006/main">
            <a:r>
              <a:t>Executor 保存 Attempt 与效果事实</a:t>
            </a:r>
          </a:p>
          <a:p xmlns:a="http://schemas.openxmlformats.org/drawingml/2006/main">
            <a:r>
              <a:t>06 核验结果</a:t>
            </a:r>
          </a:p>
          <a:p xmlns:a="http://schemas.openxmlformats.org/drawingml/2006/main">
            <a:r>
              <a:t>Home 继续推进或提交 Result</a:t>
            </a:r>
          </a:p>
          <a:p xmlns:a="http://schemas.openxmlformats.org/drawingml/2006/main">
            <a:r>
              <a:t>决定与后续责任在同一短事务保存</a:t>
            </a:r>
          </a:p>
          <a:p xmlns:a="http://schemas.openxmlformats.org/drawingml/2006/main">
            <a:r>
              <a:t>网络、模型和工具调用在事务外进行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Home 接纳时将任务、原回执和首 job 一起持久保存。组装快照时固定目标与内容版本，并检查当前用途和披露资格。Brain 返回 act、need_context、request_input、complete 或 fail，Home 决定是否采纳；过期提案的模型调用和费用仍保存。准入同事务保存原候选消费、OperationIntent、预算预留、执行端绑定及 dispatch job。Executor 接纳与实际发送之间继续检查门禁，Attempt 在发送前的准备事务中即可保存，用于记录这次可能发送的尝试及核对责任；有 Attempt 不能直接推断已经发送。job 是持续履行责任，最终事实仍归 Task、Operation 等业务对象。工作者租约约束提交权，不能撤回已经发送的网络字节。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docs/architecture/technical-overview.md#43-用提交点确定恢复责任</a:t>
            </a:r>
          </a:p>
          <a:p xmlns:a="http://schemas.openxmlformats.org/drawingml/2006/main">
            <a:r>
              <a:t>docs/architecture/task-runtime/README.md</a:t>
            </a:r>
          </a:p>
          <a:p xmlns:a="http://schemas.openxmlformats.org/drawingml/2006/main">
            <a:r>
              <a:t>docs/architecture/brain/README.md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6 页：完成判断的证据边界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完成判断的证据边界</a:t>
            </a:r>
          </a:p>
          <a:p xmlns:a="http://schemas.openxmlformats.org/drawingml/2006/main">
            <a:r>
              <a:t>接纳回执</a:t>
            </a:r>
          </a:p>
          <a:p xmlns:a="http://schemas.openxmlformats.org/drawingml/2006/main">
            <a:r>
              <a:t>业务决定已持久保存</a:t>
            </a:r>
          </a:p>
          <a:p xmlns:a="http://schemas.openxmlformats.org/drawingml/2006/main">
            <a:r>
              <a:t>执行效果</a:t>
            </a:r>
          </a:p>
          <a:p xmlns:a="http://schemas.openxmlformats.org/drawingml/2006/main">
            <a:r>
              <a:t>目标效果有证据</a:t>
            </a:r>
          </a:p>
          <a:p xmlns:a="http://schemas.openxmlformats.org/drawingml/2006/main">
            <a:r>
              <a:t>任务完成</a:t>
            </a:r>
          </a:p>
          <a:p xmlns:a="http://schemas.openxmlformats.org/drawingml/2006/main">
            <a:r>
              <a:t>当前目标的必要条件全部满足</a:t>
            </a:r>
          </a:p>
          <a:p xmlns:a="http://schemas.openxmlformats.org/drawingml/2006/main">
            <a:r>
              <a:t>Home 最终裁决</a:t>
            </a:r>
          </a:p>
          <a:p xmlns:a="http://schemas.openxmlformats.org/drawingml/2006/main">
            <a:r>
              <a:t>准确候选与成果版本</a:t>
            </a:r>
          </a:p>
          <a:p xmlns:a="http://schemas.openxmlformats.org/drawingml/2006/main">
            <a:r>
              <a:t>本任务及委派效果核清</a:t>
            </a:r>
          </a:p>
          <a:p xmlns:a="http://schemas.openxmlformats.org/drawingml/2006/main">
            <a:r>
              <a:t>未知与可能迟到效果核清</a:t>
            </a:r>
          </a:p>
          <a:p xmlns:a="http://schemas.openxmlformats.org/drawingml/2006/main">
            <a:r>
              <a:t>完成依据</a:t>
            </a:r>
          </a:p>
          <a:p xmlns:a="http://schemas.openxmlformats.org/drawingml/2006/main">
            <a:r>
              <a:t>verified：确定性验证</a:t>
            </a:r>
          </a:p>
          <a:p xmlns:a="http://schemas.openxmlformats.org/drawingml/2006/main">
            <a:r>
              <a:t>assessed：开放质量评估</a:t>
            </a:r>
          </a:p>
          <a:p xmlns:a="http://schemas.openxmlformats.org/drawingml/2006/main">
            <a:r>
              <a:t>user_accepted：用户验收指定版本</a:t>
            </a:r>
          </a:p>
          <a:p xmlns:a="http://schemas.openxmlformats.org/drawingml/2006/main">
            <a:r>
              <a:t>混合条件取必要条件中的最弱依据</a:t>
            </a:r>
          </a:p>
          <a:p xmlns:a="http://schemas.openxmlformats.org/drawingml/2006/main">
            <a:r>
              <a:t>费用未最终核清时，继续保守预留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Receipt.stage=applied 仅表示该方法规定的持久决定。execution.invoke 表示执行责任已接纳；task.cancel 表示 Home 取消已持久。Operation.effect=applied 才表示所声明的目标效果有证据。Home 完成判定需核验当前目标、必要条件、准确成果版本、内部子任务终结、外部委派封闭新目标行动以及全部相关未知和可能迟到效果。verified、assessed、user_accepted 不是可以互换的标签，开放质量评估不能证明外部操作成功，用户主观验收也不能抹掉未决效果。费用结算独立，在保留保守预留的条件下可以晚于任务完成。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docs/architecture/task-runtime/README.md#state</a:t>
            </a:r>
          </a:p>
          <a:p xmlns:a="http://schemas.openxmlformats.org/drawingml/2006/main">
            <a:r>
              <a:t>docs/architecture/task-runtime/README.md</a:t>
            </a:r>
          </a:p>
          <a:p xmlns:a="http://schemas.openxmlformats.org/drawingml/2006/main">
            <a:r>
              <a:t>docs/architecture/contracts/README.md</a:t>
            </a:r>
          </a:p>
          <a:p xmlns:a="http://schemas.openxmlformats.org/drawingml/2006/main">
            <a:r>
              <a:t>docs/architecture/decisions.md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7 页：写入已发生，答复丢失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写入已发生，答复丢失</a:t>
            </a:r>
          </a:p>
          <a:p xmlns:a="http://schemas.openxmlformats.org/drawingml/2006/main">
            <a:r>
              <a:t>Home</a:t>
            </a:r>
          </a:p>
          <a:p xmlns:a="http://schemas.openxmlformats.org/drawingml/2006/main">
            <a:r>
              <a:t>Executor</a:t>
            </a:r>
          </a:p>
          <a:p xmlns:a="http://schemas.openxmlformats.org/drawingml/2006/main">
            <a:r>
              <a:t>目标系统</a:t>
            </a:r>
          </a:p>
          <a:p xmlns:a="http://schemas.openxmlformats.org/drawingml/2006/main">
            <a:r>
              <a:t>原写入请求</a:t>
            </a:r>
          </a:p>
          <a:p xmlns:a="http://schemas.openxmlformats.org/drawingml/2006/main">
            <a:r>
              <a:t>保存原操作</a:t>
            </a:r>
          </a:p>
          <a:p xmlns:a="http://schemas.openxmlformats.org/drawingml/2006/main">
            <a:r>
              <a:t>执行写入</a:t>
            </a:r>
          </a:p>
          <a:p xmlns:a="http://schemas.openxmlformats.org/drawingml/2006/main">
            <a:r>
              <a:t>写入生效</a:t>
            </a:r>
          </a:p>
          <a:p xmlns:a="http://schemas.openxmlformats.org/drawingml/2006/main">
            <a:r>
              <a:t>答复丢失</a:t>
            </a:r>
          </a:p>
          <a:p xmlns:a="http://schemas.openxmlformats.org/drawingml/2006/main">
            <a:r>
              <a:t>保留 unknown 与核对责任</a:t>
            </a:r>
          </a:p>
          <a:p xmlns:a="http://schemas.openxmlformats.org/drawingml/2006/main">
            <a:r>
              <a:t>查询原 command / operation</a:t>
            </a:r>
          </a:p>
          <a:p xmlns:a="http://schemas.openxmlformats.org/drawingml/2006/main">
            <a:r>
              <a:t>核对原目标凭据</a:t>
            </a:r>
          </a:p>
          <a:p xmlns:a="http://schemas.openxmlformats.org/drawingml/2006/main">
            <a:r>
              <a:t>原效果与累计用量</a:t>
            </a:r>
          </a:p>
          <a:p xmlns:a="http://schemas.openxmlformats.org/drawingml/2006/main">
            <a:r>
              <a:t>归并与结算</a:t>
            </a:r>
          </a:p>
          <a:p xmlns:a="http://schemas.openxmlformats.org/drawingml/2006/main">
            <a:r>
              <a:t>恢复始终沿原身份进行</a:t>
            </a:r>
          </a:p>
          <a:p xmlns:a="http://schemas.openxmlformats.org/drawingml/2006/main">
            <a:r>
              <a:t>目标幂等：原键、原意图、有效窗口内重放</a:t>
            </a:r>
          </a:p>
          <a:p xmlns:a="http://schemas.openxmlformats.org/drawingml/2006/main">
            <a:r>
              <a:t>不可重复动作：先证明未生效且不会迟到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本页绘制目标答复在 Executor 持久保存前丢失的场景。Executor 只知道已发送或可能已发送，保留 effect=unknown 和核对责任。Home 保留 poll 与预算预留。如果 Executor 已保存效果、仅发往 Home 的答复丢失，Home 查询原命令或操作即可取得已有事实。两者都不能创建第二次保存来消除不确定性。目标幂等只有原键、参数、作用域和回放窗口仍有效才允许重放；不可重复动作需先确证未生效且不会迟到，并满足原操作仍开放和当前授权。切换 API、GUI、驱动或执行端属于新行动。核对耗尽转等待或受信处置，不能伪造未执行事实。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docs/architecture/technical-overview.md#52-写入已经发生答复在哪里丢失</a:t>
            </a:r>
          </a:p>
          <a:p xmlns:a="http://schemas.openxmlformats.org/drawingml/2006/main">
            <a:r>
              <a:t>docs/architecture/execution/README.md</a:t>
            </a:r>
          </a:p>
          <a:p xmlns:a="http://schemas.openxmlformats.org/drawingml/2006/main">
            <a:r>
              <a:t>docs/architecture/walkthrough.md#write-recovery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8 页：取消之后，原效果仍须核对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取消之后，原效果仍须核对</a:t>
            </a:r>
          </a:p>
          <a:p xmlns:a="http://schemas.openxmlformats.org/drawingml/2006/main">
            <a:r>
              <a:t>任务状态</a:t>
            </a:r>
          </a:p>
          <a:p xmlns:a="http://schemas.openxmlformats.org/drawingml/2006/main">
            <a:r>
              <a:t>active</a:t>
            </a:r>
          </a:p>
          <a:p xmlns:a="http://schemas.openxmlformats.org/drawingml/2006/main">
            <a:r>
              <a:t>cancelled</a:t>
            </a:r>
          </a:p>
          <a:p xmlns:a="http://schemas.openxmlformats.org/drawingml/2006/main">
            <a:r>
              <a:t>Home 提交取消</a:t>
            </a:r>
          </a:p>
          <a:p xmlns:a="http://schemas.openxmlformats.org/drawingml/2006/main">
            <a:r>
              <a:t>执行入口</a:t>
            </a:r>
          </a:p>
          <a:p xmlns:a="http://schemas.openxmlformats.org/drawingml/2006/main">
            <a:r>
              <a:t>开放</a:t>
            </a:r>
          </a:p>
          <a:p xmlns:a="http://schemas.openxmlformats.org/drawingml/2006/main">
            <a:r>
              <a:t>封闭后续发送</a:t>
            </a:r>
          </a:p>
          <a:p xmlns:a="http://schemas.openxmlformats.org/drawingml/2006/main">
            <a:r>
              <a:t>实际入口落实 TaskGate</a:t>
            </a:r>
          </a:p>
          <a:p xmlns:a="http://schemas.openxmlformats.org/drawingml/2006/main">
            <a:r>
              <a:t>原操作效果</a:t>
            </a:r>
          </a:p>
          <a:p xmlns:a="http://schemas.openxmlformats.org/drawingml/2006/main">
            <a:r>
              <a:t>unknown</a:t>
            </a:r>
          </a:p>
          <a:p xmlns:a="http://schemas.openxmlformats.org/drawingml/2006/main">
            <a:r>
              <a:t>applied 或继续未知</a:t>
            </a:r>
          </a:p>
          <a:p xmlns:a="http://schemas.openxmlformats.org/drawingml/2006/main">
            <a:r>
              <a:t>Executor 继续核对</a:t>
            </a:r>
          </a:p>
          <a:p xmlns:a="http://schemas.openxmlformats.org/drawingml/2006/main">
            <a:r>
              <a:t>费用结算</a:t>
            </a:r>
          </a:p>
          <a:p xmlns:a="http://schemas.openxmlformats.org/drawingml/2006/main">
            <a:r>
              <a:t>预留</a:t>
            </a:r>
          </a:p>
          <a:p xmlns:a="http://schemas.openxmlformats.org/drawingml/2006/main">
            <a:r>
              <a:t>最终结清或继续预留</a:t>
            </a:r>
          </a:p>
          <a:p xmlns:a="http://schemas.openxmlformats.org/drawingml/2006/main">
            <a:r>
              <a:t>取得最终费用依据</a:t>
            </a:r>
          </a:p>
          <a:p xmlns:a="http://schemas.openxmlformats.org/drawingml/2006/main">
            <a:r>
              <a:t>取消先提交，迟到结果不能重开任务</a:t>
            </a:r>
          </a:p>
          <a:p xmlns:a="http://schemas.openxmlformats.org/drawingml/2006/main">
            <a:r>
              <a:t>取消先于 Invoke 到达：墓碑阻止迟到启动</a:t>
            </a:r>
          </a:p>
          <a:p xmlns:a="http://schemas.openxmlformats.org/drawingml/2006/main">
            <a:r>
              <a:t>失联端受原有限窗口约束，已发动作可能继续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四条轨道建模四个独立事实维度，不能由一个 closed 或 success 布尔值表达。Home 取消事务保存 cancelled、控制修订、旧工作失效以及逐端传播和原效果核对责任。完成与取消竞争同一任务事务：若完成先提交，取消不能覆盖终态；本页假定取消先提交。Executor 更新持久 TaskGate 并在实际入口封闭后续启动，已发动作仍可能生效。取消先于 Invoke 到达保存 CancellationTombstone。接纳 TaskGate 与实际入口已落实控制分别确认；只有所有受控入口落实后才能报告相应 enforced 修订。已经获知控制的入口封闭新启动，失联端仍受原固定窗口约束，重放不能延长。取消不隐含补偿、删文件或退款。最小关闭身份长期保留，存储和备份承担持续成本。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docs/architecture/technical-overview.md#53-用户取消先在-home-成为事实</a:t>
            </a:r>
          </a:p>
          <a:p xmlns:a="http://schemas.openxmlformats.org/drawingml/2006/main">
            <a:r>
              <a:t>docs/architecture/technical-overview.md#54-执行端封闭后续发送保留在途事实</a:t>
            </a:r>
          </a:p>
          <a:p xmlns:a="http://schemas.openxmlformats.org/drawingml/2006/main">
            <a:r>
              <a:t>docs/architecture/execution/README.md</a:t>
            </a:r>
          </a:p>
          <a:p xmlns:a="http://schemas.openxmlformats.org/drawingml/2006/main">
            <a:r>
              <a:t>docs/architecture/decisions.md#retained-identities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9 页：授权同时约束行动与信息用途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授权同时约束行动与信息用途</a:t>
            </a:r>
          </a:p>
          <a:p xmlns:a="http://schemas.openxmlformats.org/drawingml/2006/main">
            <a:r>
              <a:t>Home 准入</a:t>
            </a:r>
          </a:p>
          <a:p xmlns:a="http://schemas.openxmlformats.org/drawingml/2006/main">
            <a:r>
              <a:t>当前目标与控制</a:t>
            </a:r>
          </a:p>
          <a:p xmlns:a="http://schemas.openxmlformats.org/drawingml/2006/main">
            <a:r>
              <a:t>Grant owner</a:t>
            </a:r>
          </a:p>
          <a:p xmlns:a="http://schemas.openxmlformats.org/drawingml/2006/main">
            <a:r>
              <a:t>许可消费与额度</a:t>
            </a:r>
          </a:p>
          <a:p xmlns:a="http://schemas.openxmlformats.org/drawingml/2006/main">
            <a:r>
              <a:t>实际资源入口</a:t>
            </a:r>
          </a:p>
          <a:p xmlns:a="http://schemas.openxmlformats.org/drawingml/2006/main">
            <a:r>
              <a:t>启动前再次核验</a:t>
            </a:r>
          </a:p>
          <a:p xmlns:a="http://schemas.openxmlformats.org/drawingml/2006/main">
            <a:r>
              <a:t>准确意图、资源、用途与期限贯穿全程</a:t>
            </a:r>
          </a:p>
          <a:p xmlns:a="http://schemas.openxmlformats.org/drawingml/2006/main">
            <a:r>
              <a:t>读取</a:t>
            </a:r>
          </a:p>
          <a:p xmlns:a="http://schemas.openxmlformats.org/drawingml/2006/main">
            <a:r>
              <a:t>处理</a:t>
            </a:r>
          </a:p>
          <a:p xmlns:a="http://schemas.openxmlformats.org/drawingml/2006/main">
            <a:r>
              <a:t>长期保存</a:t>
            </a:r>
          </a:p>
          <a:p xmlns:a="http://schemas.openxmlformats.org/drawingml/2006/main">
            <a:r>
              <a:t>同步与披露</a:t>
            </a:r>
          </a:p>
          <a:p xmlns:a="http://schemas.openxmlformats.org/drawingml/2006/main">
            <a:r>
              <a:t>不同用途分别授权</a:t>
            </a:r>
          </a:p>
          <a:p xmlns:a="http://schemas.openxmlformats.org/drawingml/2006/main">
            <a:r>
              <a:t>内容固定 version + hash</a:t>
            </a:r>
          </a:p>
          <a:p xmlns:a="http://schemas.openxmlformats.org/drawingml/2006/main">
            <a:r>
              <a:t>每次使用检查当前资格</a:t>
            </a:r>
          </a:p>
          <a:p xmlns:a="http://schemas.openxmlformats.org/drawingml/2006/main">
            <a:r>
              <a:t>删除先禁止新使用，物理清理另行追踪</a:t>
            </a:r>
          </a:p>
          <a:p xmlns:a="http://schemas.openxmlformats.org/drawingml/2006/main">
            <a:r>
              <a:t>远端离线许可默认关闭</a:t>
            </a:r>
          </a:p>
          <a:p xmlns:a="http://schemas.openxmlformats.org/drawingml/2006/main">
            <a:r>
              <a:t>显式启用后有界，新实例重启须重新核对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任务准入、Grant 消费和实际资源入口是不同职责，实际启动前取得使用依据并再次检查 TaskGate、资源、期限和准确绑定。once 绑定原 use_id 与意图，零费用也不返还消费身份。内容 version+hash 固定历史正文，不能证明当前还有使用或披露资格。读取任务上下文和长期记忆保存属于不同用途，摘要不自动解除原资料限制。逻辑删除或撤权先禁止新使用，持有者副本的物理清理可分别为 pending、residual 或 unknown。远端离线许可默认关闭，显式有限授权后仍需实例、额度和期限约束，重启需在线核对，不能继承旧实例资格。 三门禁图表示逻辑责任，箭头不表示 Grant owner 负责转发工具调用；Home、Executor 等实际使用端取得使用依据，资源入口执行当前检查。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docs/architecture/security/README.md</a:t>
            </a:r>
          </a:p>
          <a:p xmlns:a="http://schemas.openxmlformats.org/drawingml/2006/main">
            <a:r>
              <a:t>docs/architecture/memory/README.md</a:t>
            </a:r>
          </a:p>
          <a:p xmlns:a="http://schemas.openxmlformats.org/drawingml/2006/main">
            <a:r>
              <a:t>docs/architecture/technical-overview.md#36-同时固定历史版本与检查当前资格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10 页：Agent 协作的接纳与封账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Agent 协作的接纳与封账</a:t>
            </a:r>
          </a:p>
          <a:p xmlns:a="http://schemas.openxmlformats.org/drawingml/2006/main">
            <a:r>
              <a:t>同 Home 内部子任务</a:t>
            </a:r>
          </a:p>
          <a:p xmlns:a="http://schemas.openxmlformats.org/drawingml/2006/main">
            <a:r>
              <a:t>父任务</a:t>
            </a:r>
          </a:p>
          <a:p xmlns:a="http://schemas.openxmlformats.org/drawingml/2006/main">
            <a:r>
              <a:t>子任务</a:t>
            </a:r>
          </a:p>
          <a:p xmlns:a="http://schemas.openxmlformats.org/drawingml/2006/main">
            <a:r>
              <a:t>任务、预算、首项 job 同事务创建</a:t>
            </a:r>
          </a:p>
          <a:p xmlns:a="http://schemas.openxmlformats.org/drawingml/2006/main">
            <a:r>
              <a:t>跨 Home 外部委派</a:t>
            </a:r>
          </a:p>
          <a:p xmlns:a="http://schemas.openxmlformats.org/drawingml/2006/main">
            <a:r>
              <a:t>父 Home</a:t>
            </a:r>
          </a:p>
          <a:p xmlns:a="http://schemas.openxmlformats.org/drawingml/2006/main">
            <a:r>
              <a:t>接收方</a:t>
            </a:r>
          </a:p>
          <a:p xmlns:a="http://schemas.openxmlformats.org/drawingml/2006/main">
            <a:r>
              <a:t>固定委派身份与额度</a:t>
            </a:r>
          </a:p>
          <a:p xmlns:a="http://schemas.openxmlformats.org/drawingml/2006/main">
            <a:r>
              <a:t>接纳状态与原任务引用</a:t>
            </a:r>
          </a:p>
          <a:p xmlns:a="http://schemas.openxmlformats.org/drawingml/2006/main">
            <a:r>
              <a:t>关闭证明与最终用量</a:t>
            </a:r>
          </a:p>
          <a:p xmlns:a="http://schemas.openxmlformats.org/drawingml/2006/main">
            <a:r>
              <a:t>父方归并效果与最终费用</a:t>
            </a:r>
          </a:p>
          <a:p xmlns:a="http://schemas.openxmlformats.org/drawingml/2006/main">
            <a:r>
              <a:t>控制沿祖先链传播</a:t>
            </a:r>
          </a:p>
          <a:p xmlns:a="http://schemas.openxmlformats.org/drawingml/2006/main">
            <a:r>
              <a:t>父恢复不解除子自身暂停</a:t>
            </a:r>
          </a:p>
          <a:p xmlns:a="http://schemas.openxmlformats.org/drawingml/2006/main">
            <a:r>
              <a:t>未封账额度继续预留</a:t>
            </a:r>
          </a:p>
          <a:p xmlns:a="http://schemas.openxmlformats.org/drawingml/2006/main">
            <a:r>
              <a:t>费用硬上限依赖可信成本上界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内部受管子任务与父任务共 Home，在同一事务建立子 Task、额度和首 job，内部唯一映射与外部映射互斥。跨 Home 则按外部委派处理，固定 delegation_id、allocation_id 以及原接收方关系。创建答复丢失时查原接收方，不能换一个外部 Agent 再次创建。同一个原划拨接纳与关闭必须竞争接收方权威事实。父任务完成需要相关子目标工作收束并核清效果；最终费用可在保守预留下独立继续。预算回收另需最终费用及接收方封账依据，任务结束本身不返还额度。父及祖先控制参与子任务有效控制，父恢复不解除子自身暂停。无法通过原委派键查询或幂等创建恢复原任务的外部 Agent，不承担有副作用委派。未封账额度保持预留，严格费用上限要求可信单次成本上界。 原任务查询由父方适配器发往接收方；接收方返回接纳状态、原任务引用以及后续效果、关闭和费用事实。对外部 Agent 的暂停等控制只按实际能力声明，缺能力时明确显示仍可能运行；祖先有效控制规则直接适用于同 Home 受管子任务。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docs/architecture/collaboration/README.md</a:t>
            </a:r>
          </a:p>
          <a:p xmlns:a="http://schemas.openxmlformats.org/drawingml/2006/main">
            <a:r>
              <a:t>docs/architecture/collaboration/implementation.md</a:t>
            </a:r>
          </a:p>
          <a:p xmlns:a="http://schemas.openxmlformats.org/drawingml/2006/main">
            <a:r>
              <a:t>docs/architecture/task-runtime/README.md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11 页：扩展发布与改善证据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扩展发布与改善证据</a:t>
            </a:r>
          </a:p>
          <a:p xmlns:a="http://schemas.openxmlformats.org/drawingml/2006/main">
            <a:r>
              <a:t>精确候选与版本</a:t>
            </a:r>
          </a:p>
          <a:p xmlns:a="http://schemas.openxmlformats.org/drawingml/2006/main">
            <a:r>
              <a:t>冻结评测计划</a:t>
            </a:r>
          </a:p>
          <a:p xmlns:a="http://schemas.openxmlformats.org/drawingml/2006/main">
            <a:r>
              <a:t>隔离评测</a:t>
            </a:r>
          </a:p>
          <a:p xmlns:a="http://schemas.openxmlformats.org/drawingml/2006/main">
            <a:r>
              <a:t>受信批准</a:t>
            </a:r>
          </a:p>
          <a:p xmlns:a="http://schemas.openxmlformats.org/drawingml/2006/main">
            <a:r>
              <a:t>实例 ready</a:t>
            </a:r>
          </a:p>
          <a:p xmlns:a="http://schemas.openxmlformats.org/drawingml/2006/main">
            <a:r>
              <a:t>分批启用与监测</a:t>
            </a:r>
          </a:p>
          <a:p xmlns:a="http://schemas.openxmlformats.org/drawingml/2006/main">
            <a:r>
              <a:t>兼容门禁</a:t>
            </a:r>
          </a:p>
          <a:p xmlns:a="http://schemas.openxmlformats.org/drawingml/2006/main">
            <a:r>
              <a:t>共同契约与恢复行为</a:t>
            </a:r>
          </a:p>
          <a:p xmlns:a="http://schemas.openxmlformats.org/drawingml/2006/main">
            <a:r>
              <a:t>改善门禁</a:t>
            </a:r>
          </a:p>
          <a:p xmlns:a="http://schemas.openxmlformats.org/drawingml/2006/main">
            <a:r>
              <a:t>质量、耗时与费用比较</a:t>
            </a:r>
          </a:p>
          <a:p xmlns:a="http://schemas.openxmlformats.org/drawingml/2006/main">
            <a:r>
              <a:t>发布门禁</a:t>
            </a:r>
          </a:p>
          <a:p xmlns:a="http://schemas.openxmlformats.org/drawingml/2006/main">
            <a:r>
              <a:t>当前批准与精确安装锁</a:t>
            </a:r>
          </a:p>
          <a:p xmlns:a="http://schemas.openxmlformats.org/drawingml/2006/main">
            <a:r>
              <a:t>实例门禁</a:t>
            </a:r>
          </a:p>
          <a:p xmlns:a="http://schemas.openxmlformats.org/drawingml/2006/main">
            <a:r>
              <a:t>本次就绪及继续运行资格</a:t>
            </a:r>
          </a:p>
          <a:p xmlns:a="http://schemas.openxmlformats.org/drawingml/2006/main">
            <a:r>
              <a:t>报告分数不能自行授权发布</a:t>
            </a:r>
          </a:p>
          <a:p xmlns:a="http://schemas.openxmlformats.org/drawingml/2006/main">
            <a:r>
              <a:t>默认运行受信代码，不可信插件须通过平台隔离验收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Brain、Memory、Executor 和各类适配器替换要保持字段、权限、成功点及恢复行为。安装锁固定制品与依赖，安装、批准、激活接纳、实际 ready 和旧版恢复分别确认。兼容发布的证据可以仅证明共同契约，但仍须受信批准、精确安装锁及当前实例就绪；宣称改善还需完整评测证据，包括候选谱系、冻结任务集、分母、正式尝试规则与保留集资格。不可变报告摘要和当前正式资格分开，泄露可能关闭正式资格。批准由受信决策产生，报告分数不能自动签发批准。实例重启重新取得开放依据，旧 active 指针和历史回执不能代替当前 ready。默认仅受信代码形成闭环，不可信原生插件要在对应平台通过隔离验收。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docs/architecture/extensions/README.md</a:t>
            </a:r>
          </a:p>
          <a:p xmlns:a="http://schemas.openxmlformats.org/drawingml/2006/main">
            <a:r>
              <a:t>docs/architecture/extensions/implementation.md</a:t>
            </a:r>
          </a:p>
          <a:p xmlns:a="http://schemas.openxmlformats.org/drawingml/2006/main">
            <a:r>
              <a:t>docs/architecture/evaluation/README.md</a:t>
            </a:r>
          </a:p>
          <a:p xmlns:a="http://schemas.openxmlformats.org/drawingml/2006/main">
            <a:r>
              <a:t>docs/architecture/evaluation/implementation.md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12 页：同一契约支持本地与端云部署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同一契约支持本地与端云部署</a:t>
            </a:r>
          </a:p>
          <a:p xmlns:a="http://schemas.openxmlformats.org/drawingml/2006/main">
            <a:r>
              <a:t>本地基线</a:t>
            </a:r>
          </a:p>
          <a:p xmlns:a="http://schemas.openxmlformats.org/drawingml/2006/main">
            <a:r>
              <a:t>Go 模块化单体</a:t>
            </a:r>
          </a:p>
          <a:p xmlns:a="http://schemas.openxmlformats.org/drawingml/2006/main">
            <a:r>
              <a:t>共享数据库、内容存储与 jobs</a:t>
            </a:r>
          </a:p>
          <a:p xmlns:a="http://schemas.openxmlformats.org/drawingml/2006/main">
            <a:r>
              <a:t>同进程 interface</a:t>
            </a:r>
          </a:p>
          <a:p xmlns:a="http://schemas.openxmlformats.org/drawingml/2006/main">
            <a:r>
              <a:t>端云组合</a:t>
            </a:r>
          </a:p>
          <a:p xmlns:a="http://schemas.openxmlformats.org/drawingml/2006/main">
            <a:r>
              <a:t>设备主动连接</a:t>
            </a:r>
          </a:p>
          <a:p xmlns:a="http://schemas.openxmlformats.org/drawingml/2006/main">
            <a:r>
              <a:t>WSS 双向长连接</a:t>
            </a:r>
          </a:p>
          <a:p xmlns:a="http://schemas.openxmlformats.org/drawingml/2006/main">
            <a:r>
              <a:t>云端 Home 与工作池</a:t>
            </a:r>
          </a:p>
          <a:p xmlns:a="http://schemas.openxmlformats.org/drawingml/2006/main">
            <a:r>
              <a:t>跨进程 gRPC</a:t>
            </a:r>
          </a:p>
          <a:p xmlns:a="http://schemas.openxmlformats.org/drawingml/2006/main">
            <a:r>
              <a:t>生产约束</a:t>
            </a:r>
          </a:p>
          <a:p xmlns:a="http://schemas.openxmlformats.org/drawingml/2006/main">
            <a:r>
              <a:t>每个 Home 分区只有一个数据库写权威</a:t>
            </a:r>
          </a:p>
          <a:p xmlns:a="http://schemas.openxmlformats.org/drawingml/2006/main">
            <a:r>
              <a:t>单地域三可用区</a:t>
            </a:r>
          </a:p>
          <a:p xmlns:a="http://schemas.openxmlformats.org/drawingml/2006/main">
            <a:r>
              <a:t>隔离旧主</a:t>
            </a:r>
          </a:p>
          <a:p xmlns:a="http://schemas.openxmlformats.org/drawingml/2006/main">
            <a:r>
              <a:t>确认记录完整</a:t>
            </a:r>
          </a:p>
          <a:p xmlns:a="http://schemas.openxmlformats.org/drawingml/2006/main">
            <a:r>
              <a:t>恢复同步耐久副本</a:t>
            </a:r>
          </a:p>
          <a:p xmlns:a="http://schemas.openxmlformats.org/drawingml/2006/main">
            <a:r>
              <a:t>开放核对与业务写入</a:t>
            </a:r>
          </a:p>
          <a:p xmlns:a="http://schemas.openxmlformats.org/drawingml/2006/main">
            <a:r>
              <a:t>内容与容量达标后接纳新任务</a:t>
            </a:r>
          </a:p>
          <a:p xmlns:a="http://schemas.openxmlformats.org/drawingml/2006/main">
            <a:r>
              <a:t>条件不足时暂停相应写入</a:t>
            </a:r>
          </a:p>
          <a:p xmlns:a="http://schemas.openxmlformats.org/drawingml/2006/main">
            <a:r>
              <a:t>已跨发送门禁的请求继续核对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逻辑模块不等同独立服务。本地默认 Go 核心与宿主，同进程 interface，共库事务闭合责任。端云组合将需要的 port 放远端，浏览器、CLI 和设备主动建立 WSS 双向连接，服务间使用 gRPC，Protobuf 外壳承载严格 JSON。HTTPS 仍负责发现认证及大字节传输。生产设计是单地域三可用区，一个 Home 分区只有一个当前数据库写权威，工作池按类型、提供方和租户份额伸缩。故障恢复先隔离旧主、确认已确认记录完整、恢复第二耐久副本与同步提交，再开放关闭、撤权、回执与未决工作等业务写入。内容和剩余容量达标后开放新任务。数据库不可写阻止新的发送门禁提交，已跨门禁的请求仍可能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docs/architecture/deployment.md</a:t>
            </a:r>
          </a:p>
          <a:p xmlns:a="http://schemas.openxmlformats.org/drawingml/2006/main">
            <a:r>
              <a:t>docs/architecture/deployment-production.md</a:t>
            </a:r>
          </a:p>
          <a:p xmlns:a="http://schemas.openxmlformats.org/drawingml/2006/main">
            <a:r>
              <a:t>docs/architecture/contracts/transport.md</a:t>
            </a:r>
          </a:p>
          <a:p xmlns:a="http://schemas.openxmlformats.org/drawingml/2006/main">
            <a:r>
              <a:t>docs/architecture/contracts/grpc.md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页：现有证据与下一阶段验收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现有证据与下一阶段验收</a:t>
            </a:r>
          </a:p>
          <a:p xmlns:a="http://schemas.openxmlformats.org/drawingml/2006/main">
            <a:r>
              <a:t>当前：L1 设计基线</a:t>
            </a:r>
          </a:p>
          <a:p xmlns:a="http://schemas.openxmlformats.org/drawingml/2006/main">
            <a:r>
              <a:t>101 个方法</a:t>
            </a:r>
          </a:p>
          <a:p xmlns:a="http://schemas.openxmlformats.org/drawingml/2006/main">
            <a:r>
              <a:t>47 组正常序列</a:t>
            </a:r>
          </a:p>
          <a:p xmlns:a="http://schemas.openxmlformats.org/drawingml/2006/main">
            <a:r>
              <a:t>290 个定向反例</a:t>
            </a:r>
          </a:p>
          <a:p xmlns:a="http://schemas.openxmlformats.org/drawingml/2006/main">
            <a:r>
              <a:t>WSS / 内容管理</a:t>
            </a:r>
          </a:p>
          <a:p xmlns:a="http://schemas.openxmlformats.org/drawingml/2006/main">
            <a:r>
              <a:t>74 个构造向量，158 个反例</a:t>
            </a:r>
          </a:p>
          <a:p xmlns:a="http://schemas.openxmlformats.org/drawingml/2006/main">
            <a:r>
              <a:t>证明字段与记录关系一致</a:t>
            </a:r>
          </a:p>
          <a:p xmlns:a="http://schemas.openxmlformats.org/drawingml/2006/main">
            <a:r>
              <a:t>Harness 运行验收未执行</a:t>
            </a:r>
          </a:p>
          <a:p xmlns:a="http://schemas.openxmlformats.org/drawingml/2006/main">
            <a:r>
              <a:t>下一阶段优先故障取证</a:t>
            </a:r>
          </a:p>
          <a:p xmlns:a="http://schemas.openxmlformats.org/drawingml/2006/main">
            <a:r>
              <a:t>接纳后重启，原任务不丢失</a:t>
            </a:r>
          </a:p>
          <a:p xmlns:a="http://schemas.openxmlformats.org/drawingml/2006/main">
            <a:r>
              <a:t>写入未知，避免重复副作用</a:t>
            </a:r>
          </a:p>
          <a:p xmlns:a="http://schemas.openxmlformats.org/drawingml/2006/main">
            <a:r>
              <a:t>取消与迟到结果竞争</a:t>
            </a:r>
          </a:p>
          <a:p xmlns:a="http://schemas.openxmlformats.org/drawingml/2006/main">
            <a:r>
              <a:t>祖先控制与旧工作者复活</a:t>
            </a:r>
          </a:p>
          <a:p xmlns:a="http://schemas.openxmlformats.org/drawingml/2006/main">
            <a:r>
              <a:t>数据库切换与撤权恢复</a:t>
            </a:r>
          </a:p>
          <a:p xmlns:a="http://schemas.openxmlformats.org/drawingml/2006/main">
            <a:r>
              <a:t>本地完整闭环</a:t>
            </a:r>
          </a:p>
          <a:p xmlns:a="http://schemas.openxmlformats.org/drawingml/2006/main">
            <a:r>
              <a:t>专项与用户控制</a:t>
            </a:r>
          </a:p>
          <a:p xmlns:a="http://schemas.openxmlformats.org/drawingml/2006/main">
            <a:r>
              <a:t>替换与端云</a:t>
            </a:r>
          </a:p>
          <a:p xmlns:a="http://schemas.openxmlformats.org/drawingml/2006/main">
            <a:r>
              <a:t>改进与规模</a:t>
            </a:r>
          </a:p>
          <a:p xmlns:a="http://schemas.openxmlformats.org/drawingml/2006/main">
            <a:r>
              <a:t>质量、容量与 SLO 均须实测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最新交付审查记录中的静态资产状态是 101 个方法、47 组正常序列、290 个定向反例；WSS/内容管理 74 个构造向量与 158 个定向反例；两项 RPC 描述符编译并完成 JSON 字节往返。这里引用已有审查记录，不表示本轮重新执行了架构验证。静态检查证明严格字段和给定记录关系一致，不能证明真实身份、事务耐久、资源门禁、工具效果、隔离或规模。下一阶段按故障实验落实接纳后重启、写入未知、取消竞争、祖先控制以及数据库切换和撤权恢复。阶段一必须有权限、未知效果与持久恢复。1000+ API、90%/95% 质量、千万注册/百万日活/十万在线及生产 SLO 都是待实测目标。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docs/architecture/review.md#14-go-核心端云-wss-与服务间-grpc</a:t>
            </a:r>
          </a:p>
          <a:p xmlns:a="http://schemas.openxmlformats.org/drawingml/2006/main">
            <a:r>
              <a:t>docs/architecture/review.md</a:t>
            </a:r>
          </a:p>
          <a:p xmlns:a="http://schemas.openxmlformats.org/drawingml/2006/main">
            <a:r>
              <a:t>docs/architecture/validation/README.md</a:t>
            </a:r>
          </a:p>
          <a:p xmlns:a="http://schemas.openxmlformats.org/drawingml/2006/main">
            <a:r>
              <a:t>docs/architecture/validation/fault-experiments.md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14 页：建议评审结论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页面文案</a:t>
            </a:r>
          </a:p>
          <a:p xmlns:a="http://schemas.openxmlformats.org/drawingml/2006/main">
            <a:r>
              <a:t>建议评审结论</a:t>
            </a:r>
          </a:p>
          <a:p xmlns:a="http://schemas.openxmlformats.org/drawingml/2006/main">
            <a:r>
              <a:t>批准进入参考实现与故障取证阶段</a:t>
            </a:r>
          </a:p>
          <a:p xmlns:a="http://schemas.openxmlformats.org/drawingml/2006/main">
            <a:r>
              <a:t>本页为设计者建议，待评审确认</a:t>
            </a:r>
          </a:p>
          <a:p xmlns:a="http://schemas.openxmlformats.org/drawingml/2006/main">
            <a:r>
              <a:t>需要确认的取舍</a:t>
            </a:r>
          </a:p>
          <a:p xmlns:a="http://schemas.openxmlformats.org/drawingml/2006/main">
            <a:r>
              <a:t>01 固定 Home 与共事务核心</a:t>
            </a:r>
          </a:p>
          <a:p xmlns:a="http://schemas.openxmlformats.org/drawingml/2006/main">
            <a:r>
              <a:t>接受失联等待及单对象写入约束</a:t>
            </a:r>
          </a:p>
          <a:p xmlns:a="http://schemas.openxmlformats.org/drawingml/2006/main">
            <a:r>
              <a:t>02 有限撤权窗口与未知效果保留</a:t>
            </a:r>
          </a:p>
          <a:p xmlns:a="http://schemas.openxmlformats.org/drawingml/2006/main">
            <a:r>
              <a:t>接受核对等待、预算预留与关闭索引成本</a:t>
            </a:r>
          </a:p>
          <a:p xmlns:a="http://schemas.openxmlformats.org/drawingml/2006/main">
            <a:r>
              <a:t>03 分阶段交付与运行准入</a:t>
            </a:r>
          </a:p>
          <a:p xmlns:a="http://schemas.openxmlformats.org/drawingml/2006/main">
            <a:r>
              <a:t>阶段一即包含权限、持久恢复和用户控制</a:t>
            </a:r>
          </a:p>
          <a:p xmlns:a="http://schemas.openxmlformats.org/drawingml/2006/main">
            <a:r>
              <a:t>生产准入仍取决于运行证据</a:t>
            </a:r>
          </a:p>
          <a:p xmlns:a="http://schemas.openxmlformats.org/drawingml/2006/main">
            <a:r>
              <a:t>核心故障通过，隔离有效，质量与容量达到验收目标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讲稿</a:t>
            </a:r>
          </a:p>
          <a:p xmlns:a="http://schemas.openxmlformats.org/drawingml/2006/main">
            <a:r>
              <a:t>本页是设计者提交给评审会的建议，不是已经发生的批准。建议接受固定 Home 与共事务核心、有限控制窗口以及原未知效果保留的成本，进入可运行参考实现与故障取证阶段。批准设计基线不等于生产可用性、实际改善、真实手机支持或容量达标。实现阶段需明确模块与平台的证据责任，先完成本地完整闭环。生产准入依赖真实事务、鉴权、隔离、网络互操作、目标效果和恢复实验。若评审不接受失联等待、预算长期预留或关闭索引持续存储，应回到相应已记录决策评估替代方案，而不能仅通过 UI 改文案提高保证。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</a:t>
            </a:r>
          </a:p>
          <a:p xmlns:a="http://schemas.openxmlformats.org/drawingml/2006/main">
            <a:r>
              <a:t>docs/architecture/decisions.md</a:t>
            </a:r>
          </a:p>
          <a:p xmlns:a="http://schemas.openxmlformats.org/drawingml/2006/main">
            <a:r>
              <a:t>docs/architecture/validation/README.md#5-建设顺序与退出条件</a:t>
            </a:r>
          </a:p>
          <a:p xmlns:a="http://schemas.openxmlformats.org/drawingml/2006/main">
            <a:r>
              <a:t>docs/architecture/review.md</a:t>
            </a:r>
          </a:p>
          <a:p xmlns:a="http://schemas.openxmlformats.org/drawingml/2006/main">
            <a:r>
              <a:t>docs/architecture/deployment-production.md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bf6abdc67144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2070f1f34f4a26" /><Relationship Type="http://schemas.openxmlformats.org/officeDocument/2006/relationships/slideLayout" Target="/ppt/slideLayouts/slideLayout1.xml" Id="Rcd5c71a9aa884e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d5c71a9aa884e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0ce0d203f4147" /><Relationship Type="http://schemas.openxmlformats.org/officeDocument/2006/relationships/image" Target="/ppt/media/image.png" Id="Re0ff3199a14b4df6" /><Relationship Type="http://schemas.openxmlformats.org/officeDocument/2006/relationships/notesSlide" Target="/ppt/notesSlides/notesSlide1.xml" Id="R2e120f8eb65840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0143067df4861" /><Relationship Type="http://schemas.openxmlformats.org/officeDocument/2006/relationships/image" Target="/ppt/media/image2.png" Id="R75f33cd191e8426f" /><Relationship Type="http://schemas.openxmlformats.org/officeDocument/2006/relationships/notesSlide" Target="/ppt/notesSlides/notesSlide2.xml" Id="R6362286323b745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34d4e466641a2" /><Relationship Type="http://schemas.openxmlformats.org/officeDocument/2006/relationships/image" Target="/ppt/media/image3.png" Id="R8efe5b15b01d47c2" /><Relationship Type="http://schemas.openxmlformats.org/officeDocument/2006/relationships/notesSlide" Target="/ppt/notesSlides/notesSlide3.xml" Id="R712c3f0af9bd44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cf7a1b00b41a9" /><Relationship Type="http://schemas.openxmlformats.org/officeDocument/2006/relationships/image" Target="/ppt/media/image4.png" Id="R38c2651731e34b63" /><Relationship Type="http://schemas.openxmlformats.org/officeDocument/2006/relationships/notesSlide" Target="/ppt/notesSlides/notesSlide4.xml" Id="R192db728f56a46a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9430382a44d53" /><Relationship Type="http://schemas.openxmlformats.org/officeDocument/2006/relationships/image" Target="/ppt/media/image5.png" Id="R76fc7381f37f4ec7" /><Relationship Type="http://schemas.openxmlformats.org/officeDocument/2006/relationships/notesSlide" Target="/ppt/notesSlides/notesSlide5.xml" Id="R9b7bc53ea17746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de725952c4db8" /><Relationship Type="http://schemas.openxmlformats.org/officeDocument/2006/relationships/image" Target="/ppt/media/image6.png" Id="R33c5ade91bde4971" /><Relationship Type="http://schemas.openxmlformats.org/officeDocument/2006/relationships/notesSlide" Target="/ppt/notesSlides/notesSlide6.xml" Id="Rdd9f31d0aad842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4e3dcf50be46cc" /><Relationship Type="http://schemas.openxmlformats.org/officeDocument/2006/relationships/image" Target="/ppt/media/image7.png" Id="R1fcbb363f963440e" /><Relationship Type="http://schemas.openxmlformats.org/officeDocument/2006/relationships/notesSlide" Target="/ppt/notesSlides/notesSlide7.xml" Id="R29dfc781490e4b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66c70ae9d4897" /><Relationship Type="http://schemas.openxmlformats.org/officeDocument/2006/relationships/image" Target="/ppt/media/image8.png" Id="R7b77481e28254361" /><Relationship Type="http://schemas.openxmlformats.org/officeDocument/2006/relationships/notesSlide" Target="/ppt/notesSlides/notesSlide8.xml" Id="Rbb33cc47b02a47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8c4a839073432c" /><Relationship Type="http://schemas.openxmlformats.org/officeDocument/2006/relationships/image" Target="/ppt/media/image9.png" Id="Rdff3faefc1ab4476" /><Relationship Type="http://schemas.openxmlformats.org/officeDocument/2006/relationships/notesSlide" Target="/ppt/notesSlides/notesSlide9.xml" Id="Rd3c4701419ec4e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dc0217f3f4afe" /><Relationship Type="http://schemas.openxmlformats.org/officeDocument/2006/relationships/image" Target="/ppt/media/image10.png" Id="Re1c40fa190644f37" /><Relationship Type="http://schemas.openxmlformats.org/officeDocument/2006/relationships/notesSlide" Target="/ppt/notesSlides/notesSlide10.xml" Id="R24c13c33791f46d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95523966b4787" /><Relationship Type="http://schemas.openxmlformats.org/officeDocument/2006/relationships/image" Target="/ppt/media/image11.png" Id="Ra689ca1232bf4884" /><Relationship Type="http://schemas.openxmlformats.org/officeDocument/2006/relationships/notesSlide" Target="/ppt/notesSlides/notesSlide11.xml" Id="R23959c3a97be4b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2503d9a3947d6" /><Relationship Type="http://schemas.openxmlformats.org/officeDocument/2006/relationships/image" Target="/ppt/media/image12.png" Id="R239ac42730354933" /><Relationship Type="http://schemas.openxmlformats.org/officeDocument/2006/relationships/notesSlide" Target="/ppt/notesSlides/notesSlide12.xml" Id="R7afbda9600544f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a846b6672a48ed" /><Relationship Type="http://schemas.openxmlformats.org/officeDocument/2006/relationships/image" Target="/ppt/media/image13.png" Id="Ree898f0c59f74e30" /><Relationship Type="http://schemas.openxmlformats.org/officeDocument/2006/relationships/notesSlide" Target="/ppt/notesSlides/notesSlide13.xml" Id="Rafebc28f19c3452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3a2aa9ea24ab8" /><Relationship Type="http://schemas.openxmlformats.org/officeDocument/2006/relationships/image" Target="/ppt/media/image14.png" Id="R935d1a74d1d0499e" /><Relationship Type="http://schemas.openxmlformats.org/officeDocument/2006/relationships/notesSlide" Target="/ppt/notesSlides/notesSlide14.xml" Id="R8a2fe88d01bd47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ff3199a14b4df6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4574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33cd191e8426f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1109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e5b15b01d47c2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4233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2651731e34b63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5484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c7381f37f4ec7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95931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5ade91bde4971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752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cbb363f963440e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6378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77481e28254361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7285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3faefc1ab4476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036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40fa190644f37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61197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9ca1232bf4884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7622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9ac42730354933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8918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898f0c59f74e30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7016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d1a74d1d0499e"/>
          <a:stretch xmlns:a="http://schemas.openxmlformats.org/drawingml/2006/main"/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275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2026-09-26T08:47:06.0770000Z</dcterms:created>
  <dcterms:modified xsi:type="dcterms:W3CDTF">2026-09-26T08:47:06.0770000Z</dcterms:modified>
</coreProperties>
</file>